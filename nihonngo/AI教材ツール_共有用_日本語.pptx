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72"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先生はすでにClaudeを使って教材や小さなツールを作っています。今日はAIの使い方を一から説明するのではなく、何を作るか、どこまで作るか、どの媒体を選ぶかを一緒に整理します。</a:t>
            </a:r>
          </a:p>
          <a:p/>
          <a:p>
            <a:r>
              <a:t>[Sources]</a:t>
            </a:r>
          </a:p>
          <a:p>
            <a:r>
              <a:t>- User-authored workshop draft</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Vibe Codingでは、利用者がすべてのコードを書くのではなく、AIと会話し、結果を見て修正を頼みます。先生に必要なのは、解決したい問題を説明し、結果が本当に求めるものか判断することです。AIは能力の高いインターンのような存在です。</a:t>
            </a:r>
          </a:p>
          <a:p/>
          <a:p>
            <a:r>
              <a:t>[Sources]</a:t>
            </a:r>
          </a:p>
          <a:p>
            <a:r>
              <a:t>- User-authored workshop draft</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一番重要な分類です。Aは開発時にAIを使いますが、完成後は学生が使うたびにAIを呼びません。Bは、会話や添削のたびにAIを呼びます。この違いが、開発難易度と運営コストを大きく変えます。</a:t>
            </a:r>
          </a:p>
          <a:p/>
          <a:p>
            <a:r>
              <a:t>[Sources]</a:t>
            </a:r>
          </a:p>
          <a:p>
            <a:r>
              <a:t>- User-authored workshop draft</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一般的な静的ソフトウェアは、完成後に利用者が増えても追加コストは比較的小さいことが多いです。しかしAIサービスは、利用のたびにTokenや音声料金が発生します。使われるほど赤字になる設計もあるので、最初に区別しておく必要があります。</a:t>
            </a:r>
          </a:p>
          <a:p/>
          <a:p>
            <a:r>
              <a:t>[Sources]</a:t>
            </a:r>
          </a:p>
          <a:p>
            <a:r>
              <a:t>- User-authored workshop draft</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Gemini Canvasは、会話の中でWebページやTTS、Gemini機能を試せるため、アイデアの価値を早く確認するのに便利です。ただし共有できるPrototypeと、多数の学生が長期利用できる正式サービスは別です。利用枠、共有データ、権限を確認します。</a:t>
            </a:r>
          </a:p>
          <a:p/>
          <a:p>
            <a:r>
              <a:t>[Sources]</a:t>
            </a:r>
          </a:p>
          <a:p>
            <a:r>
              <a:t>- https://support.google.com/gemini/answer/16047321?hl=en</a:t>
            </a:r>
          </a:p>
          <a:p>
            <a:r>
              <a:t>- https://support.google.com/gemini/answer/16419134?hl=en-GB</a:t>
            </a:r>
          </a:p>
          <a:p>
            <a:r>
              <a:t>- User-provided Gemini examples</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Gemini Canvasは、会話の中でWebページやTTS、Gemini機能を試せるため、アイデアの価値を早く確認するのに便利です。ただし共有できるPrototypeと、多数の学生が長期利用できる正式サービスは別です。利用枠、共有データ、権限を確認します。</a:t>
            </a:r>
          </a:p>
          <a:p/>
          <a:p>
            <a:r>
              <a:t>[Sources]</a:t>
            </a:r>
          </a:p>
          <a:p>
            <a:r>
              <a:t>- https://support.google.com/gemini/answer/16047321?hl=en</a:t>
            </a:r>
          </a:p>
          <a:p>
            <a:r>
              <a:t>- https://support.google.com/gemini/answer/16419134?hl=en-GB</a:t>
            </a:r>
          </a:p>
          <a:p>
            <a:r>
              <a:t>- User-provided Gemini examples</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フロントエンドは学生が見る画面、バックエンドはルールを処理する厨房、データベースは情報を保存する冷蔵庫と帳簿、サーバーは店を動かす場所と設備です。ログイン、学習履歴、決済、API Keyの安全な保存にはバックエンドが必要です。</a:t>
            </a:r>
          </a:p>
          <a:p/>
          <a:p>
            <a:r>
              <a:t>[Sources]</a:t>
            </a:r>
          </a:p>
          <a:p>
            <a:r>
              <a:t>- User-authored workshop draft</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Levelは品質順位ではなく、技術と運営責任の大きさです。初心者はLevel 1から始め、学生データが必要ならLevel 2、生成AIを入れるならLevel 3、商用公開ならLevel 4として考えます。個人単語カードはLevel 2の例です。</a:t>
            </a:r>
          </a:p>
          <a:p/>
          <a:p>
            <a:r>
              <a:t>[Sources]</a:t>
            </a:r>
          </a:p>
          <a:p>
            <a:r>
              <a:t>- User-authored workshop draft</a:t>
            </a:r>
          </a:p>
          <a:p>
            <a:r>
              <a:t>- https://newslin-design.github.io/wordCard.html</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最初はClaudeでPDFを作りました。最初の成果を見るには便利ですが、次の課やレイアウト変更のたびに作り直す問題が出ます。本当に必要だったのは一枚のPDFではなく、教材を繰り返し作れる道具でした。Webも印刷やPDF保存ができます。</a:t>
            </a:r>
          </a:p>
          <a:p/>
          <a:p>
            <a:r>
              <a:t>[Sources]</a:t>
            </a:r>
          </a:p>
          <a:p>
            <a:r>
              <a:t>- User-authored workshop draft</a:t>
            </a:r>
          </a:p>
          <a:p>
            <a:r>
              <a:t>- Screenshot: https://newslin-design.github.io/nihonngo/sheet.html?id=n3-02</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学生の保存や提出は不可能ではありません。ただし、アカウント、データベース、権限、個人情報が必要になります。最初のバージョンでは、繰り返し生成でき、操作と印刷ができる漢字練習シートだけに集中しました。</a:t>
            </a:r>
          </a:p>
          <a:p/>
          <a:p>
            <a:r>
              <a:t>[Sources]</a:t>
            </a:r>
          </a:p>
          <a:p>
            <a:r>
              <a:t>- User-authored workshop draft</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データとUIを分けます。今回一番難しかったのは、画面ではなく筆順データでした。KanjiVGが見つかったことで、筆順パスを利用できました。データとUIを分ければ、新しい漢字を追加するときはデータだけを増やし、テンプレート修正は全教材へ反映できます。</a:t>
            </a:r>
          </a:p>
          <a:p/>
          <a:p>
            <a:r>
              <a:t>[Sources]</a:t>
            </a:r>
          </a:p>
          <a:p>
            <a:r>
              <a:t>- https://kanjivg.tagaini.net/</a:t>
            </a:r>
          </a:p>
          <a:p>
            <a:r>
              <a:t>- User-authored workshop draft</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一般的なChatは、こちらが渡した内容をもとに回答します。Claude CodeのようなAgentは、プロジェクト全体を探索し、複数ファイルを修正し、チェックやテストを実行できます。先生が覚えるべきなのはコマンドではなく、目的を説明し、提案と結果を判断することです。</a:t>
            </a:r>
          </a:p>
          <a:p/>
          <a:p>
            <a:r>
              <a:t>[Sources]</a:t>
            </a:r>
          </a:p>
          <a:p>
            <a:r>
              <a:t>- https://docs.anthropic.com/ja/docs/claude-code</a:t>
            </a:r>
          </a:p>
          <a:p>
            <a:r>
              <a:t>- User-authored workshop draft</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デモでは四回すり合わせます。まず変更せずに構造を説明してもらい、次に最小の案を出してもらいます。方向を確認してから実行し、画面と印刷結果を見て自然な言葉で再調整します。権限要求が分からない場合は許可せず、何をするのか簡単に説明してもらいます。</a:t>
            </a:r>
          </a:p>
          <a:p/>
          <a:p>
            <a:r>
              <a:t>デモ用プロンプト1：この漢字練習サイトの構造を読んでください。まだ変更しないでください。教材データ、テンプレート、機能がどこにあるか説明してください。</a:t>
            </a:r>
          </a:p>
          <a:p/>
          <a:p>
            <a:r>
              <a:t>プロンプト2：解答モードで答えを見分けやすくしたいです。最小限の案を先に出してください。</a:t>
            </a:r>
          </a:p>
          <a:p/>
          <a:p>
            <a:r>
              <a:t>プロンプト3：この方向で修正し、練習モードとA4印刷への影響を確認してください。</a:t>
            </a:r>
          </a:p>
          <a:p/>
          <a:p>
            <a:r>
              <a:t>プロンプト4：画面は見やすいですが、印刷では色が薄すぎます。印刷用スタイルだけ調整してください。</a:t>
            </a:r>
          </a:p>
          <a:p/>
          <a:p>
            <a:r>
              <a:t>[Sources]</a:t>
            </a:r>
          </a:p>
          <a:p>
            <a:r>
              <a:t>- https://docs.anthropic.com/ja/docs/claude-code</a:t>
            </a:r>
          </a:p>
          <a:p>
            <a:r>
              <a:t>- User-authored workshop draft</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純粋な静的サイトはGitHub Pagesで公開できます。Google Sheetをデータとして使う小規模ツールにはGoogle Apps Scriptが便利です。AIツールはランキングで一つを選ぶのではなく、考える段階はChat、試す段階はCanvas、実際のプロジェクトを育てる段階はAgentとして使い分けます。</a:t>
            </a:r>
          </a:p>
          <a:p/>
          <a:p>
            <a:r>
              <a:t>[Sources]</a:t>
            </a:r>
          </a:p>
          <a:p>
            <a:r>
              <a:t>- https://docs.github.com/en/pages/getting-started-with-github-pages/what-is-github-pages</a:t>
            </a:r>
          </a:p>
          <a:p>
            <a:r>
              <a:t>- User-authored workshop draft</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教師の本当の強みは、学生を知っていることです。台湾の学習者は漢字の意味に慣れていても、日本語の読み方が弱い場合があります。旅行、交流、日本文化への興味など、目的も違います。教師はAIが生成した教材の自然さ、難易度、教育的価値を判断し、実際の授業で試して改善できます。</a:t>
            </a:r>
          </a:p>
          <a:p/>
          <a:p>
            <a:r>
              <a:t>[Sources]</a:t>
            </a:r>
          </a:p>
          <a:p>
            <a:r>
              <a:t>- User-authored workshop draft</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Iは能力を拡張する道具です。得意な部分も、間違いも拡張します。大切なのは、教師が持つ教育の洞察を中心に置き、AIという能力の高いインターンを導くことです。AIは学生がなぜ日本語を学ぶのか知りません。でも先生は知っています。</a:t>
            </a:r>
          </a:p>
          <a:p/>
          <a:p>
            <a:r>
              <a:t>[Sources]</a:t>
            </a:r>
          </a:p>
          <a:p>
            <a:r>
              <a:t>- User-authored workshop draft</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これは次回のテーマです。MCPはAIを外部のデータやツールにつなぐ仕組みです。Notionでタスクを整理したり、Figmaや3Dソフトを操作したり、ブラウザでWebサイトをテストしたりできます。今回はプログラムサービスの設計に絞るため、詳しく扱いません。</a:t>
            </a:r>
          </a:p>
          <a:p/>
          <a:p>
            <a:r>
              <a:t>[Sources]</a:t>
            </a:r>
          </a:p>
          <a:p>
            <a:r>
              <a:t>- https://modelcontextprotocol.io/docs/getting-started/intro</a:t>
            </a:r>
          </a:p>
          <a:p>
            <a:r>
              <a:t>- User-authored workshop draft</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矩形 8"/>
          <p:cNvSpPr>
            <a:spLocks noGrp="1"/>
          </p:cNvSpPr>
          <p:nvPr/>
        </p:nvSpPr>
        <p:spPr>
          <a:xfrm>
            <a:off x="609600" y="495300"/>
            <a:ext cx="2667000" cy="266700"/>
          </a:xfrm>
          <a:prstGeom prst="rect">
            <a:avLst/>
          </a:prstGeom>
          <a:noFill/>
          <a:ln w="0">
            <a:noFill/>
            <a:prstDash val="solid"/>
          </a:ln>
        </p:spPr>
        <p:txBody>
          <a:bodyPr wrap="square" lIns="0" tIns="0" rIns="0" bIns="0" anchor="t">
            <a:normAutofit/>
          </a:bodyPr>
          <a:lstStyle/>
          <a:p>
            <a:pPr algn="l">
              <a:defRPr sz="1350" b="1">
                <a:solidFill>
                  <a:srgbClr val="3D8DFF"/>
                </a:solidFill>
                <a:latin typeface="Yu Gothic" panose="020B0400000000000000" charset="-128"/>
                <a:ea typeface="Yu Gothic" panose="020B0400000000000000" charset="-128"/>
                <a:cs typeface="Yu Gothic" panose="020B0400000000000000" charset="-128"/>
              </a:defRPr>
            </a:pPr>
            <a:r>
              <a:rPr sz="1350" b="1">
                <a:solidFill>
                  <a:srgbClr val="3D8DFF"/>
                </a:solidFill>
                <a:latin typeface="Yu Gothic" panose="020B0400000000000000" charset="-128"/>
                <a:ea typeface="Yu Gothic" panose="020B0400000000000000" charset="-128"/>
                <a:cs typeface="Yu Gothic" panose="020B0400000000000000" charset="-128"/>
              </a:rPr>
              <a:t>AI × 日本語教育</a:t>
            </a:r>
            <a:endParaRPr sz="1350" b="1">
              <a:solidFill>
                <a:srgbClr val="3D8DFF"/>
              </a:solidFill>
              <a:latin typeface="Yu Gothic" panose="020B0400000000000000" charset="-128"/>
              <a:ea typeface="Yu Gothic" panose="020B0400000000000000" charset="-128"/>
              <a:cs typeface="Yu Gothic" panose="020B0400000000000000" charset="-128"/>
            </a:endParaRPr>
          </a:p>
        </p:txBody>
      </p:sp>
      <p:sp>
        <p:nvSpPr>
          <p:cNvPr id="2" name="矩形 1"/>
          <p:cNvSpPr>
            <a:spLocks noGrp="1"/>
          </p:cNvSpPr>
          <p:nvPr/>
        </p:nvSpPr>
        <p:spPr>
          <a:xfrm>
            <a:off x="609600" y="1428750"/>
            <a:ext cx="7239000" cy="1714500"/>
          </a:xfrm>
          <a:prstGeom prst="rect">
            <a:avLst/>
          </a:prstGeom>
          <a:noFill/>
          <a:ln w="0">
            <a:noFill/>
            <a:prstDash val="solid"/>
          </a:ln>
        </p:spPr>
        <p:txBody>
          <a:bodyPr wrap="square" lIns="0" tIns="0" rIns="0" bIns="0" anchor="t">
            <a:normAutofit/>
          </a:bodyPr>
          <a:lstStyle/>
          <a:p>
            <a:pPr algn="l">
              <a:defRPr sz="4950" b="1">
                <a:solidFill>
                  <a:srgbClr val="111111"/>
                </a:solidFill>
                <a:latin typeface="Yu Gothic" panose="020B0400000000000000" charset="-128"/>
                <a:ea typeface="Yu Gothic" panose="020B0400000000000000" charset="-128"/>
                <a:cs typeface="Yu Gothic" panose="020B0400000000000000" charset="-128"/>
              </a:defRPr>
            </a:pPr>
            <a:r>
              <a:rPr sz="4950" b="1">
                <a:solidFill>
                  <a:srgbClr val="111111"/>
                </a:solidFill>
                <a:latin typeface="Yu Gothic" panose="020B0400000000000000" charset="-128"/>
                <a:ea typeface="Yu Gothic" panose="020B0400000000000000" charset="-128"/>
                <a:cs typeface="Yu Gothic" panose="020B0400000000000000" charset="-128"/>
              </a:rPr>
              <a:t>AIで自分専用の</a:t>
            </a:r>
            <a:endParaRPr sz="4950" b="1">
              <a:solidFill>
                <a:srgbClr val="111111"/>
              </a:solidFill>
              <a:latin typeface="Yu Gothic" panose="020B0400000000000000" charset="-128"/>
              <a:ea typeface="Yu Gothic" panose="020B0400000000000000" charset="-128"/>
              <a:cs typeface="Yu Gothic" panose="020B0400000000000000" charset="-128"/>
            </a:endParaRPr>
          </a:p>
          <a:p>
            <a:pPr algn="l">
              <a:defRPr sz="4950" b="1">
                <a:solidFill>
                  <a:srgbClr val="111111"/>
                </a:solidFill>
                <a:latin typeface="Yu Gothic" panose="020B0400000000000000" charset="-128"/>
                <a:ea typeface="Yu Gothic" panose="020B0400000000000000" charset="-128"/>
                <a:cs typeface="Yu Gothic" panose="020B0400000000000000" charset="-128"/>
              </a:defRPr>
            </a:pPr>
            <a:r>
              <a:rPr sz="4950" b="1">
                <a:solidFill>
                  <a:srgbClr val="111111"/>
                </a:solidFill>
                <a:latin typeface="Yu Gothic" panose="020B0400000000000000" charset="-128"/>
                <a:ea typeface="Yu Gothic" panose="020B0400000000000000" charset="-128"/>
                <a:cs typeface="Yu Gothic" panose="020B0400000000000000" charset="-128"/>
              </a:rPr>
              <a:t>教材ツールを作る</a:t>
            </a:r>
            <a:endParaRPr sz="4950" b="1">
              <a:solidFill>
                <a:srgbClr val="111111"/>
              </a:solidFill>
              <a:latin typeface="Yu Gothic" panose="020B0400000000000000" charset="-128"/>
              <a:ea typeface="Yu Gothic" panose="020B0400000000000000" charset="-128"/>
              <a:cs typeface="Yu Gothic" panose="020B0400000000000000" charset="-128"/>
            </a:endParaRPr>
          </a:p>
        </p:txBody>
      </p:sp>
      <p:sp>
        <p:nvSpPr>
          <p:cNvPr id="3" name="矩形 2"/>
          <p:cNvSpPr>
            <a:spLocks noGrp="1"/>
          </p:cNvSpPr>
          <p:nvPr/>
        </p:nvSpPr>
        <p:spPr>
          <a:xfrm>
            <a:off x="647700" y="3429000"/>
            <a:ext cx="6667500" cy="438150"/>
          </a:xfrm>
          <a:prstGeom prst="rect">
            <a:avLst/>
          </a:prstGeom>
          <a:noFill/>
          <a:ln w="0">
            <a:noFill/>
            <a:prstDash val="solid"/>
          </a:ln>
        </p:spPr>
        <p:txBody>
          <a:bodyPr wrap="square" lIns="0" tIns="0" rIns="0" bIns="0" anchor="t">
            <a:normAutofit/>
          </a:bodyPr>
          <a:lstStyle/>
          <a:p>
            <a:pPr algn="l">
              <a:defRPr sz="2100" b="0">
                <a:solidFill>
                  <a:srgbClr val="5D6470"/>
                </a:solidFill>
                <a:latin typeface="Yu Gothic" panose="020B0400000000000000" charset="-128"/>
                <a:ea typeface="Yu Gothic" panose="020B0400000000000000" charset="-128"/>
                <a:cs typeface="Yu Gothic" panose="020B0400000000000000" charset="-128"/>
              </a:defRPr>
            </a:pPr>
            <a:r>
              <a:rPr sz="2100" b="0">
                <a:solidFill>
                  <a:srgbClr val="5D6470"/>
                </a:solidFill>
                <a:latin typeface="Yu Gothic" panose="020B0400000000000000" charset="-128"/>
                <a:ea typeface="Yu Gothic" panose="020B0400000000000000" charset="-128"/>
                <a:cs typeface="Yu Gothic" panose="020B0400000000000000" charset="-128"/>
              </a:rPr>
              <a:t>アイデアを形にするまでに考えたこと</a:t>
            </a:r>
            <a:endParaRPr sz="2100" b="0">
              <a:solidFill>
                <a:srgbClr val="5D6470"/>
              </a:solidFill>
              <a:latin typeface="Yu Gothic" panose="020B0400000000000000" charset="-128"/>
              <a:ea typeface="Yu Gothic" panose="020B0400000000000000" charset="-128"/>
              <a:cs typeface="Yu Gothic" panose="020B0400000000000000" charset="-128"/>
            </a:endParaRPr>
          </a:p>
        </p:txBody>
      </p:sp>
      <p:sp>
        <p:nvSpPr>
          <p:cNvPr id="4" name="圓角矩形 3"/>
          <p:cNvSpPr>
            <a:spLocks noGrp="1"/>
          </p:cNvSpPr>
          <p:nvPr/>
        </p:nvSpPr>
        <p:spPr>
          <a:xfrm>
            <a:off x="8058150" y="895350"/>
            <a:ext cx="3429000" cy="4572000"/>
          </a:xfrm>
          <a:prstGeom prst="roundRect">
            <a:avLst>
              <a:gd name="adj" fmla="val 3333"/>
            </a:avLst>
          </a:prstGeom>
          <a:solidFill>
            <a:srgbClr val="EAF6FC"/>
          </a:solidFill>
          <a:ln w="0">
            <a:noFill/>
            <a:prstDash val="solid"/>
          </a:ln>
        </p:spPr>
      </p:sp>
      <p:sp>
        <p:nvSpPr>
          <p:cNvPr id="5" name="矩形 4"/>
          <p:cNvSpPr>
            <a:spLocks noGrp="1"/>
          </p:cNvSpPr>
          <p:nvPr/>
        </p:nvSpPr>
        <p:spPr>
          <a:xfrm>
            <a:off x="8420100" y="1428750"/>
            <a:ext cx="2762250" cy="1143000"/>
          </a:xfrm>
          <a:prstGeom prst="rect">
            <a:avLst/>
          </a:prstGeom>
          <a:noFill/>
          <a:ln w="0">
            <a:noFill/>
            <a:prstDash val="solid"/>
          </a:ln>
        </p:spPr>
        <p:txBody>
          <a:bodyPr wrap="square" lIns="0" tIns="0" rIns="0" bIns="0" anchor="t">
            <a:normAutofit fontScale="91031"/>
          </a:bodyPr>
          <a:lstStyle/>
          <a:p>
            <a:pPr algn="l">
              <a:defRPr sz="3000" b="1">
                <a:solidFill>
                  <a:srgbClr val="111111"/>
                </a:solidFill>
                <a:latin typeface="Yu Gothic" panose="020B0400000000000000" charset="-128"/>
                <a:ea typeface="Yu Gothic" panose="020B0400000000000000" charset="-128"/>
                <a:cs typeface="Yu Gothic" panose="020B0400000000000000" charset="-128"/>
              </a:defRPr>
            </a:pPr>
            <a:r>
              <a:rPr sz="3000" b="1">
                <a:solidFill>
                  <a:srgbClr val="111111"/>
                </a:solidFill>
                <a:latin typeface="Yu Gothic" panose="020B0400000000000000" charset="-128"/>
                <a:ea typeface="Yu Gothic" panose="020B0400000000000000" charset="-128"/>
                <a:cs typeface="Yu Gothic" panose="020B0400000000000000" charset="-128"/>
              </a:rPr>
              <a:t>AIは</a:t>
            </a:r>
            <a:endParaRPr sz="3000" b="1">
              <a:solidFill>
                <a:srgbClr val="111111"/>
              </a:solidFill>
              <a:latin typeface="Yu Gothic" panose="020B0400000000000000" charset="-128"/>
              <a:ea typeface="Yu Gothic" panose="020B0400000000000000" charset="-128"/>
              <a:cs typeface="Yu Gothic" panose="020B0400000000000000" charset="-128"/>
            </a:endParaRPr>
          </a:p>
          <a:p>
            <a:pPr algn="l">
              <a:defRPr sz="3000" b="1">
                <a:solidFill>
                  <a:srgbClr val="111111"/>
                </a:solidFill>
                <a:latin typeface="Yu Gothic" panose="020B0400000000000000" charset="-128"/>
                <a:ea typeface="Yu Gothic" panose="020B0400000000000000" charset="-128"/>
                <a:cs typeface="Yu Gothic" panose="020B0400000000000000" charset="-128"/>
              </a:defRPr>
            </a:pPr>
            <a:r>
              <a:rPr sz="3000" b="1">
                <a:solidFill>
                  <a:srgbClr val="111111"/>
                </a:solidFill>
                <a:latin typeface="Yu Gothic" panose="020B0400000000000000" charset="-128"/>
                <a:ea typeface="Yu Gothic" panose="020B0400000000000000" charset="-128"/>
                <a:cs typeface="Yu Gothic" panose="020B0400000000000000" charset="-128"/>
              </a:rPr>
              <a:t>能力を拡張する。</a:t>
            </a:r>
            <a:endParaRPr sz="3000" b="1">
              <a:solidFill>
                <a:srgbClr val="111111"/>
              </a:solidFill>
              <a:latin typeface="Yu Gothic" panose="020B0400000000000000" charset="-128"/>
              <a:ea typeface="Yu Gothic" panose="020B0400000000000000" charset="-128"/>
              <a:cs typeface="Yu Gothic" panose="020B0400000000000000" charset="-128"/>
            </a:endParaRPr>
          </a:p>
        </p:txBody>
      </p:sp>
      <p:cxnSp>
        <p:nvCxnSpPr>
          <p:cNvPr id="14" name="直線單箭頭接點 13"/>
          <p:cNvCxnSpPr/>
          <p:nvPr/>
        </p:nvCxnSpPr>
        <p:spPr>
          <a:xfrm>
            <a:off x="8420100" y="2876550"/>
            <a:ext cx="2095500" cy="0"/>
          </a:xfrm>
          <a:prstGeom prst="straightConnector1">
            <a:avLst/>
          </a:prstGeom>
          <a:ln w="38100">
            <a:solidFill>
              <a:srgbClr val="3D8DFF"/>
            </a:solidFill>
            <a:prstDash val="solid"/>
          </a:ln>
        </p:spPr>
      </p:cxnSp>
      <p:sp>
        <p:nvSpPr>
          <p:cNvPr id="7" name="矩形 6"/>
          <p:cNvSpPr>
            <a:spLocks noGrp="1"/>
          </p:cNvSpPr>
          <p:nvPr/>
        </p:nvSpPr>
        <p:spPr>
          <a:xfrm>
            <a:off x="8420100" y="3257550"/>
            <a:ext cx="2667000" cy="1143000"/>
          </a:xfrm>
          <a:prstGeom prst="rect">
            <a:avLst/>
          </a:prstGeom>
          <a:noFill/>
          <a:ln w="0">
            <a:noFill/>
            <a:prstDash val="solid"/>
          </a:ln>
        </p:spPr>
        <p:txBody>
          <a:bodyPr wrap="square" lIns="0" tIns="0" rIns="0" bIns="0" anchor="t">
            <a:normAutofit/>
          </a:bodyPr>
          <a:lstStyle/>
          <a:p>
            <a:pPr algn="l">
              <a:defRPr sz="2250" b="1">
                <a:solidFill>
                  <a:srgbClr val="111111"/>
                </a:solidFill>
                <a:latin typeface="Yu Gothic" panose="020B0400000000000000" charset="-128"/>
                <a:ea typeface="Yu Gothic" panose="020B0400000000000000" charset="-128"/>
                <a:cs typeface="Yu Gothic" panose="020B0400000000000000" charset="-128"/>
              </a:defRPr>
            </a:pPr>
            <a:r>
              <a:rPr sz="2250" b="1">
                <a:solidFill>
                  <a:srgbClr val="111111"/>
                </a:solidFill>
                <a:latin typeface="Yu Gothic" panose="020B0400000000000000" charset="-128"/>
                <a:ea typeface="Yu Gothic" panose="020B0400000000000000" charset="-128"/>
                <a:cs typeface="Yu Gothic" panose="020B0400000000000000" charset="-128"/>
              </a:rPr>
              <a:t>中心にあるのは、</a:t>
            </a:r>
            <a:endParaRPr sz="2250" b="1">
              <a:solidFill>
                <a:srgbClr val="111111"/>
              </a:solidFill>
              <a:latin typeface="Yu Gothic" panose="020B0400000000000000" charset="-128"/>
              <a:ea typeface="Yu Gothic" panose="020B0400000000000000" charset="-128"/>
              <a:cs typeface="Yu Gothic" panose="020B0400000000000000" charset="-128"/>
            </a:endParaRPr>
          </a:p>
          <a:p>
            <a:pPr algn="l">
              <a:defRPr sz="2250" b="1">
                <a:solidFill>
                  <a:srgbClr val="111111"/>
                </a:solidFill>
                <a:latin typeface="Yu Gothic" panose="020B0400000000000000" charset="-128"/>
                <a:ea typeface="Yu Gothic" panose="020B0400000000000000" charset="-128"/>
                <a:cs typeface="Yu Gothic" panose="020B0400000000000000" charset="-128"/>
              </a:defRPr>
            </a:pPr>
            <a:r>
              <a:rPr sz="2250" b="1">
                <a:solidFill>
                  <a:srgbClr val="111111"/>
                </a:solidFill>
                <a:latin typeface="Yu Gothic" panose="020B0400000000000000" charset="-128"/>
                <a:ea typeface="Yu Gothic" panose="020B0400000000000000" charset="-128"/>
                <a:cs typeface="Yu Gothic" panose="020B0400000000000000" charset="-128"/>
              </a:rPr>
              <a:t>教師の専門知識。</a:t>
            </a:r>
            <a:endParaRPr sz="2250" b="1">
              <a:solidFill>
                <a:srgbClr val="111111"/>
              </a:solidFill>
              <a:latin typeface="Yu Gothic" panose="020B0400000000000000" charset="-128"/>
              <a:ea typeface="Yu Gothic" panose="020B0400000000000000" charset="-128"/>
              <a:cs typeface="Yu Gothic" panose="020B0400000000000000" charset="-128"/>
            </a:endParaRPr>
          </a:p>
        </p:txBody>
      </p:sp>
      <p:sp>
        <p:nvSpPr>
          <p:cNvPr id="8" name="矩形 7"/>
          <p:cNvSpPr>
            <a:spLocks noGrp="1"/>
          </p:cNvSpPr>
          <p:nvPr/>
        </p:nvSpPr>
        <p:spPr>
          <a:xfrm>
            <a:off x="647700" y="6153150"/>
            <a:ext cx="4762500" cy="266700"/>
          </a:xfrm>
          <a:prstGeom prst="rect">
            <a:avLst/>
          </a:prstGeom>
          <a:noFill/>
          <a:ln w="0">
            <a:noFill/>
            <a:prstDash val="solid"/>
          </a:ln>
        </p:spPr>
        <p:txBody>
          <a:bodyPr wrap="square" lIns="0" tIns="0" rIns="0" bIns="0" anchor="t">
            <a:normAutofit/>
          </a:bodyPr>
          <a:lstStyle/>
          <a:p>
            <a:pPr algn="l">
              <a:defRPr sz="1350" b="0">
                <a:solidFill>
                  <a:srgbClr val="5D6470"/>
                </a:solidFill>
                <a:latin typeface="Yu Gothic" panose="020B0400000000000000" charset="-128"/>
                <a:ea typeface="Yu Gothic" panose="020B0400000000000000" charset="-128"/>
                <a:cs typeface="Yu Gothic" panose="020B0400000000000000" charset="-128"/>
              </a:defRPr>
            </a:pPr>
            <a:r>
              <a:rPr sz="1350" b="0">
                <a:solidFill>
                  <a:srgbClr val="5D6470"/>
                </a:solidFill>
                <a:latin typeface="Yu Gothic" panose="020B0400000000000000" charset="-128"/>
                <a:ea typeface="Yu Gothic" panose="020B0400000000000000" charset="-128"/>
                <a:cs typeface="Yu Gothic" panose="020B0400000000000000" charset="-128"/>
              </a:rPr>
              <a:t>すでにClaudeを使っている先生へ</a:t>
            </a:r>
            <a:endParaRPr sz="1350" b="0">
              <a:solidFill>
                <a:srgbClr val="5D6470"/>
              </a:solidFill>
              <a:latin typeface="Yu Gothic" panose="020B0400000000000000" charset="-128"/>
              <a:ea typeface="Yu Gothic" panose="020B0400000000000000" charset="-128"/>
              <a:cs typeface="Yu Gothic" panose="020B0400000000000000"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矩形 14"/>
          <p:cNvSpPr>
            <a:spLocks noGrp="1"/>
          </p:cNvSpPr>
          <p:nvPr/>
        </p:nvSpPr>
        <p:spPr>
          <a:xfrm>
            <a:off x="533400" y="285750"/>
            <a:ext cx="34290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Yu Gothic" panose="020B0400000000000000" charset="-128"/>
                <a:ea typeface="Yu Gothic" panose="020B0400000000000000" charset="-128"/>
                <a:cs typeface="Yu Gothic" panose="020B0400000000000000" charset="-128"/>
              </a:defRPr>
            </a:pPr>
            <a:r>
              <a:rPr sz="1200" b="1">
                <a:solidFill>
                  <a:srgbClr val="3D8DFF"/>
                </a:solidFill>
                <a:latin typeface="Yu Gothic" panose="020B0400000000000000" charset="-128"/>
                <a:ea typeface="Yu Gothic" panose="020B0400000000000000" charset="-128"/>
                <a:cs typeface="Yu Gothic" panose="020B0400000000000000" charset="-128"/>
              </a:rPr>
              <a:t>1｜考え方</a:t>
            </a:r>
            <a:endParaRPr sz="1200" b="1">
              <a:solidFill>
                <a:srgbClr val="3D8DFF"/>
              </a:solidFill>
              <a:latin typeface="Yu Gothic" panose="020B0400000000000000" charset="-128"/>
              <a:ea typeface="Yu Gothic" panose="020B0400000000000000" charset="-128"/>
              <a:cs typeface="Yu Gothic" panose="020B0400000000000000" charset="-128"/>
            </a:endParaRPr>
          </a:p>
        </p:txBody>
      </p:sp>
      <p:sp>
        <p:nvSpPr>
          <p:cNvPr id="2" name="矩形 1"/>
          <p:cNvSpPr>
            <a:spLocks noGrp="1"/>
          </p:cNvSpPr>
          <p:nvPr/>
        </p:nvSpPr>
        <p:spPr>
          <a:xfrm>
            <a:off x="533400" y="628650"/>
            <a:ext cx="11125200" cy="609600"/>
          </a:xfrm>
          <a:prstGeom prst="rect">
            <a:avLst/>
          </a:prstGeom>
          <a:noFill/>
          <a:ln w="0">
            <a:noFill/>
            <a:prstDash val="solid"/>
          </a:ln>
        </p:spPr>
        <p:txBody>
          <a:bodyPr wrap="square" lIns="0" tIns="0" rIns="0" bIns="0" anchor="t">
            <a:normAutofit/>
          </a:bodyPr>
          <a:lstStyle/>
          <a:p>
            <a:pPr algn="l">
              <a:defRPr sz="3450" b="1">
                <a:solidFill>
                  <a:srgbClr val="111111"/>
                </a:solidFill>
                <a:latin typeface="Yu Gothic" panose="020B0400000000000000" charset="-128"/>
                <a:ea typeface="Yu Gothic" panose="020B0400000000000000" charset="-128"/>
                <a:cs typeface="Yu Gothic" panose="020B0400000000000000" charset="-128"/>
              </a:defRPr>
            </a:pPr>
            <a:r>
              <a:rPr sz="3450" b="1">
                <a:solidFill>
                  <a:srgbClr val="111111"/>
                </a:solidFill>
                <a:latin typeface="Yu Gothic" panose="020B0400000000000000" charset="-128"/>
                <a:ea typeface="Yu Gothic" panose="020B0400000000000000" charset="-128"/>
                <a:cs typeface="Yu Gothic" panose="020B0400000000000000" charset="-128"/>
              </a:rPr>
              <a:t>Vibe Coding＝AIと会話しながら作る</a:t>
            </a:r>
            <a:endParaRPr sz="3450" b="1">
              <a:solidFill>
                <a:srgbClr val="111111"/>
              </a:solidFill>
              <a:latin typeface="Yu Gothic" panose="020B0400000000000000" charset="-128"/>
              <a:ea typeface="Yu Gothic" panose="020B0400000000000000" charset="-128"/>
              <a:cs typeface="Yu Gothic" panose="020B0400000000000000" charset="-128"/>
            </a:endParaRPr>
          </a:p>
        </p:txBody>
      </p:sp>
      <p:cxnSp>
        <p:nvCxnSpPr>
          <p:cNvPr id="17" name="直線單箭頭接點 16"/>
          <p:cNvCxnSpPr/>
          <p:nvPr/>
        </p:nvCxnSpPr>
        <p:spPr>
          <a:xfrm>
            <a:off x="533400" y="1371600"/>
            <a:ext cx="11125200" cy="0"/>
          </a:xfrm>
          <a:prstGeom prst="straightConnector1">
            <a:avLst/>
          </a:prstGeom>
          <a:ln w="9525">
            <a:solidFill>
              <a:srgbClr val="C6CBD2"/>
            </a:solidFill>
            <a:prstDash val="solid"/>
          </a:ln>
        </p:spPr>
      </p:cxnSp>
      <p:sp>
        <p:nvSpPr>
          <p:cNvPr id="4" name="矩形 3"/>
          <p:cNvSpPr>
            <a:spLocks noGrp="1"/>
          </p:cNvSpPr>
          <p:nvPr/>
        </p:nvSpPr>
        <p:spPr>
          <a:xfrm>
            <a:off x="11144250" y="6419850"/>
            <a:ext cx="514350" cy="190500"/>
          </a:xfrm>
          <a:prstGeom prst="rect">
            <a:avLst/>
          </a:prstGeom>
          <a:noFill/>
          <a:ln w="0">
            <a:noFill/>
            <a:prstDash val="solid"/>
          </a:ln>
        </p:spPr>
        <p:txBody>
          <a:bodyPr wrap="square" lIns="0" tIns="0" rIns="0" bIns="0" anchor="t">
            <a:normAutofit/>
          </a:bodyPr>
          <a:lstStyle/>
          <a:p>
            <a:pPr algn="r">
              <a:defRPr sz="1050" b="0">
                <a:solidFill>
                  <a:srgbClr val="5D6470"/>
                </a:solidFill>
                <a:latin typeface="Yu Gothic" panose="020B0400000000000000" charset="-128"/>
                <a:ea typeface="Yu Gothic" panose="020B0400000000000000" charset="-128"/>
                <a:cs typeface="Yu Gothic" panose="020B0400000000000000" charset="-128"/>
              </a:defRPr>
            </a:pPr>
            <a:r>
              <a:rPr sz="1050" b="0">
                <a:solidFill>
                  <a:srgbClr val="5D6470"/>
                </a:solidFill>
                <a:latin typeface="Yu Gothic" panose="020B0400000000000000" charset="-128"/>
                <a:ea typeface="Yu Gothic" panose="020B0400000000000000" charset="-128"/>
                <a:cs typeface="Yu Gothic" panose="020B0400000000000000" charset="-128"/>
              </a:rPr>
              <a:t>02</a:t>
            </a:r>
            <a:endParaRPr sz="1050" b="0">
              <a:solidFill>
                <a:srgbClr val="5D6470"/>
              </a:solidFill>
              <a:latin typeface="Yu Gothic" panose="020B0400000000000000" charset="-128"/>
              <a:ea typeface="Yu Gothic" panose="020B0400000000000000" charset="-128"/>
              <a:cs typeface="Yu Gothic" panose="020B0400000000000000" charset="-128"/>
            </a:endParaRPr>
          </a:p>
        </p:txBody>
      </p:sp>
      <p:sp>
        <p:nvSpPr>
          <p:cNvPr id="5" name="矩形 4"/>
          <p:cNvSpPr>
            <a:spLocks noGrp="1"/>
          </p:cNvSpPr>
          <p:nvPr/>
        </p:nvSpPr>
        <p:spPr>
          <a:xfrm>
            <a:off x="609600" y="1866900"/>
            <a:ext cx="5524500" cy="2095500"/>
          </a:xfrm>
          <a:prstGeom prst="rect">
            <a:avLst/>
          </a:prstGeom>
          <a:noFill/>
          <a:ln w="0">
            <a:noFill/>
            <a:prstDash val="solid"/>
          </a:ln>
        </p:spPr>
        <p:txBody>
          <a:bodyPr wrap="square" lIns="0" tIns="0" rIns="0" bIns="0" anchor="t">
            <a:normAutofit/>
          </a:bodyPr>
          <a:lstStyle/>
          <a:p>
            <a:pPr algn="l">
              <a:defRPr sz="2550" b="1">
                <a:solidFill>
                  <a:srgbClr val="111111"/>
                </a:solidFill>
                <a:latin typeface="Yu Gothic" panose="020B0400000000000000" charset="-128"/>
                <a:ea typeface="Yu Gothic" panose="020B0400000000000000" charset="-128"/>
                <a:cs typeface="Yu Gothic" panose="020B0400000000000000" charset="-128"/>
              </a:defRPr>
            </a:pPr>
            <a:r>
              <a:rPr sz="2550" b="1">
                <a:solidFill>
                  <a:srgbClr val="111111"/>
                </a:solidFill>
                <a:latin typeface="Yu Gothic" panose="020B0400000000000000" charset="-128"/>
                <a:ea typeface="Yu Gothic" panose="020B0400000000000000" charset="-128"/>
                <a:cs typeface="Yu Gothic" panose="020B0400000000000000" charset="-128"/>
              </a:rPr>
              <a:t>「漢字を練習できて、</a:t>
            </a:r>
            <a:endParaRPr sz="2550" b="1">
              <a:solidFill>
                <a:srgbClr val="111111"/>
              </a:solidFill>
              <a:latin typeface="Yu Gothic" panose="020B0400000000000000" charset="-128"/>
              <a:ea typeface="Yu Gothic" panose="020B0400000000000000" charset="-128"/>
              <a:cs typeface="Yu Gothic" panose="020B0400000000000000" charset="-128"/>
            </a:endParaRPr>
          </a:p>
          <a:p>
            <a:pPr algn="l">
              <a:defRPr sz="2550" b="1">
                <a:solidFill>
                  <a:srgbClr val="111111"/>
                </a:solidFill>
                <a:latin typeface="Yu Gothic" panose="020B0400000000000000" charset="-128"/>
                <a:ea typeface="Yu Gothic" panose="020B0400000000000000" charset="-128"/>
                <a:cs typeface="Yu Gothic" panose="020B0400000000000000" charset="-128"/>
              </a:defRPr>
            </a:pPr>
            <a:r>
              <a:rPr sz="2550" b="1">
                <a:solidFill>
                  <a:srgbClr val="111111"/>
                </a:solidFill>
                <a:latin typeface="Yu Gothic" panose="020B0400000000000000" charset="-128"/>
                <a:ea typeface="Yu Gothic" panose="020B0400000000000000" charset="-128"/>
                <a:cs typeface="Yu Gothic" panose="020B0400000000000000" charset="-128"/>
              </a:rPr>
              <a:t>筆順も見られ、A4で印刷できる</a:t>
            </a:r>
            <a:endParaRPr sz="2550" b="1">
              <a:solidFill>
                <a:srgbClr val="111111"/>
              </a:solidFill>
              <a:latin typeface="Yu Gothic" panose="020B0400000000000000" charset="-128"/>
              <a:ea typeface="Yu Gothic" panose="020B0400000000000000" charset="-128"/>
              <a:cs typeface="Yu Gothic" panose="020B0400000000000000" charset="-128"/>
            </a:endParaRPr>
          </a:p>
          <a:p>
            <a:pPr algn="l">
              <a:defRPr sz="2550" b="1">
                <a:solidFill>
                  <a:srgbClr val="111111"/>
                </a:solidFill>
                <a:latin typeface="Yu Gothic" panose="020B0400000000000000" charset="-128"/>
                <a:ea typeface="Yu Gothic" panose="020B0400000000000000" charset="-128"/>
                <a:cs typeface="Yu Gothic" panose="020B0400000000000000" charset="-128"/>
              </a:defRPr>
            </a:pPr>
            <a:r>
              <a:rPr sz="2550" b="1">
                <a:solidFill>
                  <a:srgbClr val="111111"/>
                </a:solidFill>
                <a:latin typeface="Yu Gothic" panose="020B0400000000000000" charset="-128"/>
                <a:ea typeface="Yu Gothic" panose="020B0400000000000000" charset="-128"/>
                <a:cs typeface="Yu Gothic" panose="020B0400000000000000" charset="-128"/>
              </a:rPr>
              <a:t>Webページを作ってください」</a:t>
            </a:r>
            <a:endParaRPr sz="2550" b="1">
              <a:solidFill>
                <a:srgbClr val="111111"/>
              </a:solidFill>
              <a:latin typeface="Yu Gothic" panose="020B0400000000000000" charset="-128"/>
              <a:ea typeface="Yu Gothic" panose="020B0400000000000000" charset="-128"/>
              <a:cs typeface="Yu Gothic" panose="020B0400000000000000" charset="-128"/>
            </a:endParaRPr>
          </a:p>
        </p:txBody>
      </p:sp>
      <p:sp>
        <p:nvSpPr>
          <p:cNvPr id="6" name="矩形 5"/>
          <p:cNvSpPr>
            <a:spLocks noGrp="1"/>
          </p:cNvSpPr>
          <p:nvPr/>
        </p:nvSpPr>
        <p:spPr>
          <a:xfrm>
            <a:off x="7239000" y="1866900"/>
            <a:ext cx="2857500" cy="495300"/>
          </a:xfrm>
          <a:prstGeom prst="rect">
            <a:avLst/>
          </a:prstGeom>
          <a:noFill/>
          <a:ln w="0">
            <a:noFill/>
            <a:prstDash val="solid"/>
          </a:ln>
        </p:spPr>
        <p:txBody>
          <a:bodyPr wrap="square" lIns="0" tIns="0" rIns="0" bIns="0" anchor="t">
            <a:normAutofit/>
          </a:bodyPr>
          <a:lstStyle/>
          <a:p>
            <a:pPr algn="l">
              <a:defRPr sz="2250" b="1">
                <a:solidFill>
                  <a:srgbClr val="111111"/>
                </a:solidFill>
                <a:latin typeface="Yu Gothic" panose="020B0400000000000000" charset="-128"/>
                <a:ea typeface="Yu Gothic" panose="020B0400000000000000" charset="-128"/>
                <a:cs typeface="Yu Gothic" panose="020B0400000000000000" charset="-128"/>
              </a:defRPr>
            </a:pPr>
            <a:r>
              <a:rPr sz="2250" b="1">
                <a:solidFill>
                  <a:srgbClr val="111111"/>
                </a:solidFill>
                <a:latin typeface="Yu Gothic" panose="020B0400000000000000" charset="-128"/>
                <a:ea typeface="Yu Gothic" panose="020B0400000000000000" charset="-128"/>
                <a:cs typeface="Yu Gothic" panose="020B0400000000000000" charset="-128"/>
              </a:rPr>
              <a:t>見る</a:t>
            </a:r>
            <a:endParaRPr sz="2250" b="1">
              <a:solidFill>
                <a:srgbClr val="111111"/>
              </a:solidFill>
              <a:latin typeface="Yu Gothic" panose="020B0400000000000000" charset="-128"/>
              <a:ea typeface="Yu Gothic" panose="020B0400000000000000" charset="-128"/>
              <a:cs typeface="Yu Gothic" panose="020B0400000000000000" charset="-128"/>
            </a:endParaRPr>
          </a:p>
        </p:txBody>
      </p:sp>
      <p:sp>
        <p:nvSpPr>
          <p:cNvPr id="7" name="矩形 6"/>
          <p:cNvSpPr>
            <a:spLocks noGrp="1"/>
          </p:cNvSpPr>
          <p:nvPr/>
        </p:nvSpPr>
        <p:spPr>
          <a:xfrm>
            <a:off x="7239000" y="2381250"/>
            <a:ext cx="3619500" cy="361950"/>
          </a:xfrm>
          <a:prstGeom prst="rect">
            <a:avLst/>
          </a:prstGeom>
          <a:noFill/>
          <a:ln w="0">
            <a:noFill/>
            <a:prstDash val="solid"/>
          </a:ln>
        </p:spPr>
        <p:txBody>
          <a:bodyPr wrap="square" lIns="0" tIns="0" rIns="0" bIns="0" anchor="t">
            <a:normAutofit/>
          </a:bodyPr>
          <a:lstStyle/>
          <a:p>
            <a:pPr algn="l">
              <a:defRPr sz="1725" b="0">
                <a:solidFill>
                  <a:srgbClr val="5D6470"/>
                </a:solidFill>
                <a:latin typeface="Yu Gothic" panose="020B0400000000000000" charset="-128"/>
                <a:ea typeface="Yu Gothic" panose="020B0400000000000000" charset="-128"/>
                <a:cs typeface="Yu Gothic" panose="020B0400000000000000" charset="-128"/>
              </a:defRPr>
            </a:pPr>
            <a:r>
              <a:rPr sz="1725" b="0">
                <a:solidFill>
                  <a:srgbClr val="5D6470"/>
                </a:solidFill>
                <a:latin typeface="Yu Gothic" panose="020B0400000000000000" charset="-128"/>
                <a:ea typeface="Yu Gothic" panose="020B0400000000000000" charset="-128"/>
                <a:cs typeface="Yu Gothic" panose="020B0400000000000000" charset="-128"/>
              </a:rPr>
              <a:t>結果を実際に使う</a:t>
            </a:r>
            <a:endParaRPr sz="1725" b="0">
              <a:solidFill>
                <a:srgbClr val="5D6470"/>
              </a:solidFill>
              <a:latin typeface="Yu Gothic" panose="020B0400000000000000" charset="-128"/>
              <a:ea typeface="Yu Gothic" panose="020B0400000000000000" charset="-128"/>
              <a:cs typeface="Yu Gothic" panose="020B0400000000000000" charset="-128"/>
            </a:endParaRPr>
          </a:p>
        </p:txBody>
      </p:sp>
      <p:cxnSp>
        <p:nvCxnSpPr>
          <p:cNvPr id="22" name="直線單箭頭接點 21"/>
          <p:cNvCxnSpPr/>
          <p:nvPr/>
        </p:nvCxnSpPr>
        <p:spPr>
          <a:xfrm>
            <a:off x="7239000" y="2952750"/>
            <a:ext cx="3429000" cy="0"/>
          </a:xfrm>
          <a:prstGeom prst="straightConnector1">
            <a:avLst/>
          </a:prstGeom>
          <a:ln w="19050">
            <a:solidFill>
              <a:srgbClr val="C6CBD2"/>
            </a:solidFill>
            <a:prstDash val="solid"/>
          </a:ln>
        </p:spPr>
      </p:cxnSp>
      <p:sp>
        <p:nvSpPr>
          <p:cNvPr id="9" name="矩形 8"/>
          <p:cNvSpPr>
            <a:spLocks noGrp="1"/>
          </p:cNvSpPr>
          <p:nvPr/>
        </p:nvSpPr>
        <p:spPr>
          <a:xfrm>
            <a:off x="7239000" y="3162300"/>
            <a:ext cx="2857500" cy="495300"/>
          </a:xfrm>
          <a:prstGeom prst="rect">
            <a:avLst/>
          </a:prstGeom>
          <a:noFill/>
          <a:ln w="0">
            <a:noFill/>
            <a:prstDash val="solid"/>
          </a:ln>
        </p:spPr>
        <p:txBody>
          <a:bodyPr wrap="square" lIns="0" tIns="0" rIns="0" bIns="0" anchor="t">
            <a:normAutofit/>
          </a:bodyPr>
          <a:lstStyle/>
          <a:p>
            <a:pPr algn="l">
              <a:defRPr sz="2250" b="1">
                <a:solidFill>
                  <a:srgbClr val="111111"/>
                </a:solidFill>
                <a:latin typeface="Yu Gothic" panose="020B0400000000000000" charset="-128"/>
                <a:ea typeface="Yu Gothic" panose="020B0400000000000000" charset="-128"/>
                <a:cs typeface="Yu Gothic" panose="020B0400000000000000" charset="-128"/>
              </a:defRPr>
            </a:pPr>
            <a:r>
              <a:rPr sz="2250" b="1">
                <a:solidFill>
                  <a:srgbClr val="111111"/>
                </a:solidFill>
                <a:latin typeface="Yu Gothic" panose="020B0400000000000000" charset="-128"/>
                <a:ea typeface="Yu Gothic" panose="020B0400000000000000" charset="-128"/>
                <a:cs typeface="Yu Gothic" panose="020B0400000000000000" charset="-128"/>
              </a:rPr>
              <a:t>伝える</a:t>
            </a:r>
            <a:endParaRPr sz="2250" b="1">
              <a:solidFill>
                <a:srgbClr val="111111"/>
              </a:solidFill>
              <a:latin typeface="Yu Gothic" panose="020B0400000000000000" charset="-128"/>
              <a:ea typeface="Yu Gothic" panose="020B0400000000000000" charset="-128"/>
              <a:cs typeface="Yu Gothic" panose="020B0400000000000000" charset="-128"/>
            </a:endParaRPr>
          </a:p>
        </p:txBody>
      </p:sp>
      <p:sp>
        <p:nvSpPr>
          <p:cNvPr id="10" name="矩形 9"/>
          <p:cNvSpPr>
            <a:spLocks noGrp="1"/>
          </p:cNvSpPr>
          <p:nvPr/>
        </p:nvSpPr>
        <p:spPr>
          <a:xfrm>
            <a:off x="7239000" y="3628390"/>
            <a:ext cx="4700905" cy="609600"/>
          </a:xfrm>
          <a:prstGeom prst="rect">
            <a:avLst/>
          </a:prstGeom>
          <a:noFill/>
          <a:ln w="0">
            <a:noFill/>
            <a:prstDash val="solid"/>
          </a:ln>
        </p:spPr>
        <p:txBody>
          <a:bodyPr wrap="square" lIns="0" tIns="0" rIns="0" bIns="0" anchor="t">
            <a:normAutofit/>
          </a:bodyPr>
          <a:lstStyle/>
          <a:p>
            <a:pPr algn="l">
              <a:defRPr sz="1725" b="0">
                <a:solidFill>
                  <a:srgbClr val="5D6470"/>
                </a:solidFill>
                <a:latin typeface="Yu Gothic" panose="020B0400000000000000" charset="-128"/>
                <a:ea typeface="Yu Gothic" panose="020B0400000000000000" charset="-128"/>
                <a:cs typeface="Yu Gothic" panose="020B0400000000000000" charset="-128"/>
              </a:defRPr>
            </a:pPr>
            <a:r>
              <a:rPr sz="1725" b="0">
                <a:solidFill>
                  <a:srgbClr val="5D6470"/>
                </a:solidFill>
                <a:latin typeface="Yu Gothic" panose="020B0400000000000000" charset="-128"/>
                <a:ea typeface="Yu Gothic" panose="020B0400000000000000" charset="-128"/>
                <a:cs typeface="Yu Gothic" panose="020B0400000000000000" charset="-128"/>
              </a:rPr>
              <a:t>- 文字が小さすぎます</a:t>
            </a:r>
            <a:endParaRPr sz="1725" b="0">
              <a:solidFill>
                <a:srgbClr val="5D6470"/>
              </a:solidFill>
              <a:latin typeface="Yu Gothic" panose="020B0400000000000000" charset="-128"/>
              <a:ea typeface="Yu Gothic" panose="020B0400000000000000" charset="-128"/>
              <a:cs typeface="Yu Gothic" panose="020B0400000000000000" charset="-128"/>
            </a:endParaRPr>
          </a:p>
          <a:p>
            <a:pPr algn="l">
              <a:defRPr sz="1725" b="0">
                <a:solidFill>
                  <a:srgbClr val="5D6470"/>
                </a:solidFill>
                <a:latin typeface="Yu Gothic" panose="020B0400000000000000" charset="-128"/>
                <a:ea typeface="Yu Gothic" panose="020B0400000000000000" charset="-128"/>
                <a:cs typeface="Yu Gothic" panose="020B0400000000000000" charset="-128"/>
              </a:defRPr>
            </a:pPr>
            <a:r>
              <a:rPr sz="1725" b="0">
                <a:solidFill>
                  <a:srgbClr val="5D6470"/>
                </a:solidFill>
                <a:latin typeface="Yu Gothic" panose="020B0400000000000000" charset="-128"/>
                <a:ea typeface="Yu Gothic" panose="020B0400000000000000" charset="-128"/>
                <a:cs typeface="Yu Gothic" panose="020B0400000000000000" charset="-128"/>
              </a:rPr>
              <a:t>- 印刷するとレイアウトが崩れます</a:t>
            </a:r>
            <a:endParaRPr sz="1725" b="0">
              <a:solidFill>
                <a:srgbClr val="5D6470"/>
              </a:solidFill>
              <a:latin typeface="Yu Gothic" panose="020B0400000000000000" charset="-128"/>
              <a:ea typeface="Yu Gothic" panose="020B0400000000000000" charset="-128"/>
              <a:cs typeface="Yu Gothic" panose="020B0400000000000000" charset="-128"/>
            </a:endParaRPr>
          </a:p>
          <a:p>
            <a:pPr algn="l">
              <a:defRPr sz="1725" b="0">
                <a:solidFill>
                  <a:srgbClr val="5D6470"/>
                </a:solidFill>
                <a:latin typeface="Yu Gothic" panose="020B0400000000000000" charset="-128"/>
                <a:ea typeface="Yu Gothic" panose="020B0400000000000000" charset="-128"/>
                <a:cs typeface="Yu Gothic" panose="020B0400000000000000" charset="-128"/>
              </a:defRPr>
            </a:pPr>
            <a:endParaRPr sz="1725" b="0">
              <a:solidFill>
                <a:srgbClr val="5D6470"/>
              </a:solidFill>
              <a:latin typeface="Yu Gothic" panose="020B0400000000000000" charset="-128"/>
              <a:ea typeface="Yu Gothic" panose="020B0400000000000000" charset="-128"/>
              <a:cs typeface="Yu Gothic" panose="020B0400000000000000" charset="-128"/>
            </a:endParaRPr>
          </a:p>
        </p:txBody>
      </p:sp>
      <p:cxnSp>
        <p:nvCxnSpPr>
          <p:cNvPr id="25" name="直線單箭頭接點 24"/>
          <p:cNvCxnSpPr/>
          <p:nvPr/>
        </p:nvCxnSpPr>
        <p:spPr>
          <a:xfrm>
            <a:off x="7239000" y="4394200"/>
            <a:ext cx="3429000" cy="0"/>
          </a:xfrm>
          <a:prstGeom prst="straightConnector1">
            <a:avLst/>
          </a:prstGeom>
          <a:ln w="19050">
            <a:solidFill>
              <a:srgbClr val="C6CBD2"/>
            </a:solidFill>
            <a:prstDash val="solid"/>
          </a:ln>
        </p:spPr>
      </p:cxnSp>
      <p:sp>
        <p:nvSpPr>
          <p:cNvPr id="12" name="矩形 11"/>
          <p:cNvSpPr>
            <a:spLocks noGrp="1"/>
          </p:cNvSpPr>
          <p:nvPr/>
        </p:nvSpPr>
        <p:spPr>
          <a:xfrm>
            <a:off x="7239000" y="4675505"/>
            <a:ext cx="2857500" cy="495300"/>
          </a:xfrm>
          <a:prstGeom prst="rect">
            <a:avLst/>
          </a:prstGeom>
          <a:noFill/>
          <a:ln w="0">
            <a:noFill/>
            <a:prstDash val="solid"/>
          </a:ln>
        </p:spPr>
        <p:txBody>
          <a:bodyPr wrap="square" lIns="0" tIns="0" rIns="0" bIns="0" anchor="t">
            <a:normAutofit/>
          </a:bodyPr>
          <a:lstStyle/>
          <a:p>
            <a:pPr algn="l">
              <a:defRPr sz="2250" b="1">
                <a:solidFill>
                  <a:srgbClr val="111111"/>
                </a:solidFill>
                <a:latin typeface="Yu Gothic" panose="020B0400000000000000" charset="-128"/>
                <a:ea typeface="Yu Gothic" panose="020B0400000000000000" charset="-128"/>
                <a:cs typeface="Yu Gothic" panose="020B0400000000000000" charset="-128"/>
              </a:defRPr>
            </a:pPr>
            <a:r>
              <a:rPr sz="2250" b="1">
                <a:solidFill>
                  <a:srgbClr val="111111"/>
                </a:solidFill>
                <a:latin typeface="Yu Gothic" panose="020B0400000000000000" charset="-128"/>
                <a:ea typeface="Yu Gothic" panose="020B0400000000000000" charset="-128"/>
                <a:cs typeface="Yu Gothic" panose="020B0400000000000000" charset="-128"/>
              </a:rPr>
              <a:t>直す</a:t>
            </a:r>
            <a:endParaRPr sz="2250" b="1">
              <a:solidFill>
                <a:srgbClr val="111111"/>
              </a:solidFill>
              <a:latin typeface="Yu Gothic" panose="020B0400000000000000" charset="-128"/>
              <a:ea typeface="Yu Gothic" panose="020B0400000000000000" charset="-128"/>
              <a:cs typeface="Yu Gothic" panose="020B0400000000000000" charset="-128"/>
            </a:endParaRPr>
          </a:p>
        </p:txBody>
      </p:sp>
      <p:sp>
        <p:nvSpPr>
          <p:cNvPr id="13" name="矩形 12"/>
          <p:cNvSpPr>
            <a:spLocks noGrp="1"/>
          </p:cNvSpPr>
          <p:nvPr/>
        </p:nvSpPr>
        <p:spPr>
          <a:xfrm>
            <a:off x="7239000" y="5189855"/>
            <a:ext cx="3619500" cy="361950"/>
          </a:xfrm>
          <a:prstGeom prst="rect">
            <a:avLst/>
          </a:prstGeom>
          <a:noFill/>
          <a:ln w="0">
            <a:noFill/>
            <a:prstDash val="solid"/>
          </a:ln>
        </p:spPr>
        <p:txBody>
          <a:bodyPr wrap="square" lIns="0" tIns="0" rIns="0" bIns="0" anchor="t">
            <a:normAutofit/>
          </a:bodyPr>
          <a:lstStyle/>
          <a:p>
            <a:pPr algn="l">
              <a:defRPr sz="1725" b="0">
                <a:solidFill>
                  <a:srgbClr val="5D6470"/>
                </a:solidFill>
                <a:latin typeface="Yu Gothic" panose="020B0400000000000000" charset="-128"/>
                <a:ea typeface="Yu Gothic" panose="020B0400000000000000" charset="-128"/>
                <a:cs typeface="Yu Gothic" panose="020B0400000000000000" charset="-128"/>
              </a:defRPr>
            </a:pPr>
            <a:r>
              <a:rPr sz="1725" b="0">
                <a:solidFill>
                  <a:srgbClr val="5D6470"/>
                </a:solidFill>
                <a:latin typeface="Yu Gothic" panose="020B0400000000000000" charset="-128"/>
                <a:ea typeface="Yu Gothic" panose="020B0400000000000000" charset="-128"/>
                <a:cs typeface="Yu Gothic" panose="020B0400000000000000" charset="-128"/>
              </a:rPr>
              <a:t>AIがコードを修正する</a:t>
            </a:r>
            <a:endParaRPr sz="1725" b="0">
              <a:solidFill>
                <a:srgbClr val="5D6470"/>
              </a:solidFill>
              <a:latin typeface="Yu Gothic" panose="020B0400000000000000" charset="-128"/>
              <a:ea typeface="Yu Gothic" panose="020B0400000000000000" charset="-128"/>
              <a:cs typeface="Yu Gothic" panose="020B0400000000000000" charset="-128"/>
            </a:endParaRPr>
          </a:p>
        </p:txBody>
      </p:sp>
      <p:sp>
        <p:nvSpPr>
          <p:cNvPr id="14" name="矩形 13"/>
          <p:cNvSpPr>
            <a:spLocks noGrp="1"/>
          </p:cNvSpPr>
          <p:nvPr/>
        </p:nvSpPr>
        <p:spPr>
          <a:xfrm>
            <a:off x="609600" y="5562600"/>
            <a:ext cx="10001250" cy="514350"/>
          </a:xfrm>
          <a:prstGeom prst="rect">
            <a:avLst/>
          </a:prstGeom>
          <a:noFill/>
          <a:ln w="0">
            <a:noFill/>
            <a:prstDash val="solid"/>
          </a:ln>
        </p:spPr>
        <p:txBody>
          <a:bodyPr wrap="square" lIns="0" tIns="0" rIns="0" bIns="0" anchor="t">
            <a:normAutofit/>
          </a:bodyPr>
          <a:lstStyle/>
          <a:p>
            <a:pPr algn="l">
              <a:defRPr sz="2100" b="1">
                <a:solidFill>
                  <a:srgbClr val="3D8DFF"/>
                </a:solidFill>
                <a:latin typeface="Yu Gothic" panose="020B0400000000000000" charset="-128"/>
                <a:ea typeface="Yu Gothic" panose="020B0400000000000000" charset="-128"/>
                <a:cs typeface="Yu Gothic" panose="020B0400000000000000" charset="-128"/>
              </a:defRPr>
            </a:pPr>
            <a:r>
              <a:rPr sz="2100" b="1">
                <a:solidFill>
                  <a:srgbClr val="3D8DFF"/>
                </a:solidFill>
                <a:latin typeface="Yu Gothic" panose="020B0400000000000000" charset="-128"/>
                <a:ea typeface="Yu Gothic" panose="020B0400000000000000" charset="-128"/>
                <a:cs typeface="Yu Gothic" panose="020B0400000000000000" charset="-128"/>
              </a:rPr>
              <a:t>コードを書くより、問題を説明し、結果を判断する。</a:t>
            </a:r>
            <a:endParaRPr sz="2100" b="1">
              <a:solidFill>
                <a:srgbClr val="3D8DFF"/>
              </a:solidFill>
              <a:latin typeface="Yu Gothic" panose="020B0400000000000000" charset="-128"/>
              <a:ea typeface="Yu Gothic" panose="020B0400000000000000" charset="-128"/>
              <a:cs typeface="Yu Gothic" panose="020B0400000000000000"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4" name="矩形 13"/>
          <p:cNvSpPr>
            <a:spLocks noGrp="1"/>
          </p:cNvSpPr>
          <p:nvPr/>
        </p:nvSpPr>
        <p:spPr>
          <a:xfrm>
            <a:off x="533400" y="285750"/>
            <a:ext cx="34290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Yu Gothic" panose="020B0400000000000000" charset="-128"/>
                <a:ea typeface="Yu Gothic" panose="020B0400000000000000" charset="-128"/>
                <a:cs typeface="Yu Gothic" panose="020B0400000000000000" charset="-128"/>
              </a:defRPr>
            </a:pPr>
            <a:r>
              <a:rPr sz="1200" b="1">
                <a:solidFill>
                  <a:srgbClr val="3D8DFF"/>
                </a:solidFill>
                <a:latin typeface="Yu Gothic" panose="020B0400000000000000" charset="-128"/>
                <a:ea typeface="Yu Gothic" panose="020B0400000000000000" charset="-128"/>
                <a:cs typeface="Yu Gothic" panose="020B0400000000000000" charset="-128"/>
              </a:rPr>
              <a:t>1｜考え方</a:t>
            </a:r>
            <a:endParaRPr sz="1200" b="1">
              <a:solidFill>
                <a:srgbClr val="3D8DFF"/>
              </a:solidFill>
              <a:latin typeface="Yu Gothic" panose="020B0400000000000000" charset="-128"/>
              <a:ea typeface="Yu Gothic" panose="020B0400000000000000" charset="-128"/>
              <a:cs typeface="Yu Gothic" panose="020B0400000000000000" charset="-128"/>
            </a:endParaRPr>
          </a:p>
        </p:txBody>
      </p:sp>
      <p:sp>
        <p:nvSpPr>
          <p:cNvPr id="2" name="矩形 1"/>
          <p:cNvSpPr>
            <a:spLocks noGrp="1"/>
          </p:cNvSpPr>
          <p:nvPr/>
        </p:nvSpPr>
        <p:spPr>
          <a:xfrm>
            <a:off x="533400" y="628650"/>
            <a:ext cx="11125200" cy="609600"/>
          </a:xfrm>
          <a:prstGeom prst="rect">
            <a:avLst/>
          </a:prstGeom>
          <a:noFill/>
          <a:ln w="0">
            <a:noFill/>
            <a:prstDash val="solid"/>
          </a:ln>
        </p:spPr>
        <p:txBody>
          <a:bodyPr wrap="square" lIns="0" tIns="0" rIns="0" bIns="0" anchor="t">
            <a:normAutofit/>
          </a:bodyPr>
          <a:lstStyle/>
          <a:p>
            <a:pPr algn="l">
              <a:defRPr sz="3450" b="1">
                <a:solidFill>
                  <a:srgbClr val="111111"/>
                </a:solidFill>
                <a:latin typeface="Yu Gothic" panose="020B0400000000000000" charset="-128"/>
                <a:ea typeface="Yu Gothic" panose="020B0400000000000000" charset="-128"/>
                <a:cs typeface="Yu Gothic" panose="020B0400000000000000" charset="-128"/>
              </a:defRPr>
            </a:pPr>
            <a:r>
              <a:rPr sz="3450" b="1">
                <a:solidFill>
                  <a:srgbClr val="111111"/>
                </a:solidFill>
                <a:latin typeface="Yu Gothic" panose="020B0400000000000000" charset="-128"/>
                <a:ea typeface="Yu Gothic" panose="020B0400000000000000" charset="-128"/>
                <a:cs typeface="Yu Gothic" panose="020B0400000000000000" charset="-128"/>
              </a:rPr>
              <a:t>最初にAとBを分ける</a:t>
            </a:r>
            <a:endParaRPr sz="3450" b="1">
              <a:solidFill>
                <a:srgbClr val="111111"/>
              </a:solidFill>
              <a:latin typeface="Yu Gothic" panose="020B0400000000000000" charset="-128"/>
              <a:ea typeface="Yu Gothic" panose="020B0400000000000000" charset="-128"/>
              <a:cs typeface="Yu Gothic" panose="020B0400000000000000" charset="-128"/>
            </a:endParaRPr>
          </a:p>
        </p:txBody>
      </p:sp>
      <p:cxnSp>
        <p:nvCxnSpPr>
          <p:cNvPr id="16" name="直線單箭頭接點 15"/>
          <p:cNvCxnSpPr/>
          <p:nvPr/>
        </p:nvCxnSpPr>
        <p:spPr>
          <a:xfrm>
            <a:off x="533400" y="1371600"/>
            <a:ext cx="11125200" cy="0"/>
          </a:xfrm>
          <a:prstGeom prst="straightConnector1">
            <a:avLst/>
          </a:prstGeom>
          <a:ln w="9525">
            <a:solidFill>
              <a:srgbClr val="C6CBD2"/>
            </a:solidFill>
            <a:prstDash val="solid"/>
          </a:ln>
        </p:spPr>
      </p:cxnSp>
      <p:sp>
        <p:nvSpPr>
          <p:cNvPr id="4" name="矩形 3"/>
          <p:cNvSpPr>
            <a:spLocks noGrp="1"/>
          </p:cNvSpPr>
          <p:nvPr/>
        </p:nvSpPr>
        <p:spPr>
          <a:xfrm>
            <a:off x="11144250" y="6419850"/>
            <a:ext cx="514350" cy="190500"/>
          </a:xfrm>
          <a:prstGeom prst="rect">
            <a:avLst/>
          </a:prstGeom>
          <a:noFill/>
          <a:ln w="0">
            <a:noFill/>
            <a:prstDash val="solid"/>
          </a:ln>
        </p:spPr>
        <p:txBody>
          <a:bodyPr wrap="square" lIns="0" tIns="0" rIns="0" bIns="0" anchor="t">
            <a:normAutofit/>
          </a:bodyPr>
          <a:lstStyle/>
          <a:p>
            <a:pPr algn="r">
              <a:defRPr sz="1050" b="0">
                <a:solidFill>
                  <a:srgbClr val="5D6470"/>
                </a:solidFill>
                <a:latin typeface="Yu Gothic" panose="020B0400000000000000" charset="-128"/>
                <a:ea typeface="Yu Gothic" panose="020B0400000000000000" charset="-128"/>
                <a:cs typeface="Yu Gothic" panose="020B0400000000000000" charset="-128"/>
              </a:defRPr>
            </a:pPr>
            <a:r>
              <a:rPr sz="1050" b="0">
                <a:solidFill>
                  <a:srgbClr val="5D6470"/>
                </a:solidFill>
                <a:latin typeface="Yu Gothic" panose="020B0400000000000000" charset="-128"/>
                <a:ea typeface="Yu Gothic" panose="020B0400000000000000" charset="-128"/>
                <a:cs typeface="Yu Gothic" panose="020B0400000000000000" charset="-128"/>
              </a:rPr>
              <a:t>03</a:t>
            </a:r>
            <a:endParaRPr sz="1050" b="0">
              <a:solidFill>
                <a:srgbClr val="5D6470"/>
              </a:solidFill>
              <a:latin typeface="Yu Gothic" panose="020B0400000000000000" charset="-128"/>
              <a:ea typeface="Yu Gothic" panose="020B0400000000000000" charset="-128"/>
              <a:cs typeface="Yu Gothic" panose="020B0400000000000000" charset="-128"/>
            </a:endParaRPr>
          </a:p>
        </p:txBody>
      </p:sp>
      <p:sp>
        <p:nvSpPr>
          <p:cNvPr id="5" name="矩形 4"/>
          <p:cNvSpPr>
            <a:spLocks noGrp="1"/>
          </p:cNvSpPr>
          <p:nvPr/>
        </p:nvSpPr>
        <p:spPr>
          <a:xfrm>
            <a:off x="666750" y="1866900"/>
            <a:ext cx="1143000" cy="1047750"/>
          </a:xfrm>
          <a:prstGeom prst="rect">
            <a:avLst/>
          </a:prstGeom>
          <a:noFill/>
          <a:ln w="0">
            <a:noFill/>
            <a:prstDash val="solid"/>
          </a:ln>
        </p:spPr>
        <p:txBody>
          <a:bodyPr wrap="square" lIns="0" tIns="0" rIns="0" bIns="0" anchor="t">
            <a:normAutofit/>
          </a:bodyPr>
          <a:lstStyle/>
          <a:p>
            <a:pPr algn="l">
              <a:defRPr sz="6300" b="1">
                <a:solidFill>
                  <a:srgbClr val="3D8DFF"/>
                </a:solidFill>
                <a:latin typeface="Yu Gothic" panose="020B0400000000000000" charset="-128"/>
                <a:ea typeface="Yu Gothic" panose="020B0400000000000000" charset="-128"/>
                <a:cs typeface="Yu Gothic" panose="020B0400000000000000" charset="-128"/>
              </a:defRPr>
            </a:pPr>
            <a:r>
              <a:rPr sz="6300" b="1">
                <a:solidFill>
                  <a:srgbClr val="3D8DFF"/>
                </a:solidFill>
                <a:latin typeface="Yu Gothic" panose="020B0400000000000000" charset="-128"/>
                <a:ea typeface="Yu Gothic" panose="020B0400000000000000" charset="-128"/>
                <a:cs typeface="Yu Gothic" panose="020B0400000000000000" charset="-128"/>
              </a:rPr>
              <a:t>A</a:t>
            </a:r>
            <a:endParaRPr sz="6300" b="1">
              <a:solidFill>
                <a:srgbClr val="3D8DFF"/>
              </a:solidFill>
              <a:latin typeface="Yu Gothic" panose="020B0400000000000000" charset="-128"/>
              <a:ea typeface="Yu Gothic" panose="020B0400000000000000" charset="-128"/>
              <a:cs typeface="Yu Gothic" panose="020B0400000000000000" charset="-128"/>
            </a:endParaRPr>
          </a:p>
        </p:txBody>
      </p:sp>
      <p:sp>
        <p:nvSpPr>
          <p:cNvPr id="6" name="矩形 5"/>
          <p:cNvSpPr>
            <a:spLocks noGrp="1"/>
          </p:cNvSpPr>
          <p:nvPr/>
        </p:nvSpPr>
        <p:spPr>
          <a:xfrm>
            <a:off x="1752600" y="1866900"/>
            <a:ext cx="3619500" cy="952500"/>
          </a:xfrm>
          <a:prstGeom prst="rect">
            <a:avLst/>
          </a:prstGeom>
          <a:noFill/>
          <a:ln w="0">
            <a:noFill/>
            <a:prstDash val="solid"/>
          </a:ln>
        </p:spPr>
        <p:txBody>
          <a:bodyPr wrap="square" lIns="0" tIns="0" rIns="0" bIns="0" anchor="t">
            <a:normAutofit/>
          </a:bodyPr>
          <a:lstStyle/>
          <a:p>
            <a:pPr algn="l">
              <a:defRPr sz="2550" b="1">
                <a:solidFill>
                  <a:srgbClr val="111111"/>
                </a:solidFill>
                <a:latin typeface="Yu Gothic" panose="020B0400000000000000" charset="-128"/>
                <a:ea typeface="Yu Gothic" panose="020B0400000000000000" charset="-128"/>
                <a:cs typeface="Yu Gothic" panose="020B0400000000000000" charset="-128"/>
              </a:defRPr>
            </a:pPr>
            <a:r>
              <a:rPr sz="2550" b="1">
                <a:solidFill>
                  <a:srgbClr val="111111"/>
                </a:solidFill>
                <a:latin typeface="Yu Gothic" panose="020B0400000000000000" charset="-128"/>
                <a:ea typeface="Yu Gothic" panose="020B0400000000000000" charset="-128"/>
                <a:cs typeface="Yu Gothic" panose="020B0400000000000000" charset="-128"/>
              </a:rPr>
              <a:t>AIを使って</a:t>
            </a:r>
            <a:endParaRPr sz="2550" b="1">
              <a:solidFill>
                <a:srgbClr val="111111"/>
              </a:solidFill>
              <a:latin typeface="Yu Gothic" panose="020B0400000000000000" charset="-128"/>
              <a:ea typeface="Yu Gothic" panose="020B0400000000000000" charset="-128"/>
              <a:cs typeface="Yu Gothic" panose="020B0400000000000000" charset="-128"/>
            </a:endParaRPr>
          </a:p>
          <a:p>
            <a:pPr algn="l">
              <a:defRPr sz="2550" b="1">
                <a:solidFill>
                  <a:srgbClr val="111111"/>
                </a:solidFill>
                <a:latin typeface="Yu Gothic" panose="020B0400000000000000" charset="-128"/>
                <a:ea typeface="Yu Gothic" panose="020B0400000000000000" charset="-128"/>
                <a:cs typeface="Yu Gothic" panose="020B0400000000000000" charset="-128"/>
              </a:defRPr>
            </a:pPr>
            <a:r>
              <a:rPr sz="2550" b="1">
                <a:solidFill>
                  <a:srgbClr val="111111"/>
                </a:solidFill>
                <a:latin typeface="Yu Gothic" panose="020B0400000000000000" charset="-128"/>
                <a:ea typeface="Yu Gothic" panose="020B0400000000000000" charset="-128"/>
                <a:cs typeface="Yu Gothic" panose="020B0400000000000000" charset="-128"/>
              </a:rPr>
              <a:t>ツールを作る</a:t>
            </a:r>
            <a:endParaRPr sz="2550" b="1">
              <a:solidFill>
                <a:srgbClr val="111111"/>
              </a:solidFill>
              <a:latin typeface="Yu Gothic" panose="020B0400000000000000" charset="-128"/>
              <a:ea typeface="Yu Gothic" panose="020B0400000000000000" charset="-128"/>
              <a:cs typeface="Yu Gothic" panose="020B0400000000000000" charset="-128"/>
            </a:endParaRPr>
          </a:p>
        </p:txBody>
      </p:sp>
      <p:sp>
        <p:nvSpPr>
          <p:cNvPr id="7" name="矩形 6"/>
          <p:cNvSpPr>
            <a:spLocks noGrp="1"/>
          </p:cNvSpPr>
          <p:nvPr/>
        </p:nvSpPr>
        <p:spPr>
          <a:xfrm>
            <a:off x="1752600" y="3105150"/>
            <a:ext cx="3905250" cy="1428750"/>
          </a:xfrm>
          <a:prstGeom prst="rect">
            <a:avLst/>
          </a:prstGeom>
          <a:noFill/>
          <a:ln w="0">
            <a:noFill/>
            <a:prstDash val="solid"/>
          </a:ln>
        </p:spPr>
        <p:txBody>
          <a:bodyPr wrap="square" lIns="0" tIns="0" rIns="0" bIns="0" anchor="t">
            <a:normAutofit/>
          </a:bodyPr>
          <a:lstStyle/>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完成後はAI不要</a:t>
            </a:r>
            <a:endParaRPr sz="1800" b="0">
              <a:solidFill>
                <a:srgbClr val="5D6470"/>
              </a:solidFill>
              <a:latin typeface="Yu Gothic" panose="020B0400000000000000" charset="-128"/>
              <a:ea typeface="Yu Gothic" panose="020B0400000000000000" charset="-128"/>
              <a:cs typeface="Yu Gothic" panose="020B0400000000000000" charset="-128"/>
            </a:endParaRPr>
          </a:p>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静的サイトでも公開できる</a:t>
            </a:r>
            <a:endParaRPr sz="1800" b="0">
              <a:solidFill>
                <a:srgbClr val="5D6470"/>
              </a:solidFill>
              <a:latin typeface="Yu Gothic" panose="020B0400000000000000" charset="-128"/>
              <a:ea typeface="Yu Gothic" panose="020B0400000000000000" charset="-128"/>
              <a:cs typeface="Yu Gothic" panose="020B0400000000000000" charset="-128"/>
            </a:endParaRPr>
          </a:p>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例：タイマー</a:t>
            </a:r>
            <a:r>
              <a:rPr>
                <a:sym typeface="+mn-ea"/>
              </a:rPr>
              <a:t>、</a:t>
            </a:r>
            <a:r>
              <a:rPr sz="1800" b="0">
                <a:solidFill>
                  <a:srgbClr val="5D6470"/>
                </a:solidFill>
                <a:latin typeface="Yu Gothic" panose="020B0400000000000000" charset="-128"/>
                <a:ea typeface="Yu Gothic" panose="020B0400000000000000" charset="-128"/>
                <a:cs typeface="Yu Gothic" panose="020B0400000000000000" charset="-128"/>
              </a:rPr>
              <a:t>漢字練習、単語カード</a:t>
            </a:r>
            <a:endParaRPr sz="1800" b="0">
              <a:solidFill>
                <a:srgbClr val="5D6470"/>
              </a:solidFill>
              <a:latin typeface="Yu Gothic" panose="020B0400000000000000" charset="-128"/>
              <a:ea typeface="Yu Gothic" panose="020B0400000000000000" charset="-128"/>
              <a:cs typeface="Yu Gothic" panose="020B0400000000000000" charset="-128"/>
            </a:endParaRPr>
          </a:p>
        </p:txBody>
      </p:sp>
      <p:cxnSp>
        <p:nvCxnSpPr>
          <p:cNvPr id="21" name="直線單箭頭接點 20"/>
          <p:cNvCxnSpPr/>
          <p:nvPr/>
        </p:nvCxnSpPr>
        <p:spPr>
          <a:xfrm>
            <a:off x="6096000" y="1809750"/>
            <a:ext cx="0" cy="0"/>
          </a:xfrm>
          <a:prstGeom prst="straightConnector1">
            <a:avLst/>
          </a:prstGeom>
          <a:ln w="9525">
            <a:solidFill>
              <a:srgbClr val="C6CBD2"/>
            </a:solidFill>
            <a:prstDash val="solid"/>
          </a:ln>
        </p:spPr>
      </p:cxnSp>
      <p:sp>
        <p:nvSpPr>
          <p:cNvPr id="9" name="矩形 8"/>
          <p:cNvSpPr>
            <a:spLocks noGrp="1"/>
          </p:cNvSpPr>
          <p:nvPr/>
        </p:nvSpPr>
        <p:spPr>
          <a:xfrm>
            <a:off x="6534150" y="1866900"/>
            <a:ext cx="1143000" cy="1047750"/>
          </a:xfrm>
          <a:prstGeom prst="rect">
            <a:avLst/>
          </a:prstGeom>
          <a:noFill/>
          <a:ln w="0">
            <a:noFill/>
            <a:prstDash val="solid"/>
          </a:ln>
        </p:spPr>
        <p:txBody>
          <a:bodyPr wrap="square" lIns="0" tIns="0" rIns="0" bIns="0" anchor="t">
            <a:normAutofit/>
          </a:bodyPr>
          <a:lstStyle/>
          <a:p>
            <a:pPr algn="l">
              <a:defRPr sz="6300" b="1">
                <a:solidFill>
                  <a:srgbClr val="D45D5D"/>
                </a:solidFill>
                <a:latin typeface="Yu Gothic" panose="020B0400000000000000" charset="-128"/>
                <a:ea typeface="Yu Gothic" panose="020B0400000000000000" charset="-128"/>
                <a:cs typeface="Yu Gothic" panose="020B0400000000000000" charset="-128"/>
              </a:defRPr>
            </a:pPr>
            <a:r>
              <a:rPr sz="6300" b="1">
                <a:solidFill>
                  <a:srgbClr val="D45D5D"/>
                </a:solidFill>
                <a:latin typeface="Yu Gothic" panose="020B0400000000000000" charset="-128"/>
                <a:ea typeface="Yu Gothic" panose="020B0400000000000000" charset="-128"/>
                <a:cs typeface="Yu Gothic" panose="020B0400000000000000" charset="-128"/>
              </a:rPr>
              <a:t>B</a:t>
            </a:r>
            <a:endParaRPr sz="6300" b="1">
              <a:solidFill>
                <a:srgbClr val="D45D5D"/>
              </a:solidFill>
              <a:latin typeface="Yu Gothic" panose="020B0400000000000000" charset="-128"/>
              <a:ea typeface="Yu Gothic" panose="020B0400000000000000" charset="-128"/>
              <a:cs typeface="Yu Gothic" panose="020B0400000000000000" charset="-128"/>
            </a:endParaRPr>
          </a:p>
        </p:txBody>
      </p:sp>
      <p:sp>
        <p:nvSpPr>
          <p:cNvPr id="10" name="矩形 9"/>
          <p:cNvSpPr>
            <a:spLocks noGrp="1"/>
          </p:cNvSpPr>
          <p:nvPr/>
        </p:nvSpPr>
        <p:spPr>
          <a:xfrm>
            <a:off x="7620000" y="1866900"/>
            <a:ext cx="3714750" cy="952500"/>
          </a:xfrm>
          <a:prstGeom prst="rect">
            <a:avLst/>
          </a:prstGeom>
          <a:noFill/>
          <a:ln w="0">
            <a:noFill/>
            <a:prstDash val="solid"/>
          </a:ln>
        </p:spPr>
        <p:txBody>
          <a:bodyPr wrap="square" lIns="0" tIns="0" rIns="0" bIns="0" anchor="t">
            <a:normAutofit/>
          </a:bodyPr>
          <a:lstStyle/>
          <a:p>
            <a:pPr algn="l">
              <a:defRPr sz="2550" b="1">
                <a:solidFill>
                  <a:srgbClr val="111111"/>
                </a:solidFill>
                <a:latin typeface="Yu Gothic" panose="020B0400000000000000" charset="-128"/>
                <a:ea typeface="Yu Gothic" panose="020B0400000000000000" charset="-128"/>
                <a:cs typeface="Yu Gothic" panose="020B0400000000000000" charset="-128"/>
              </a:defRPr>
            </a:pPr>
            <a:r>
              <a:rPr sz="2550" b="1">
                <a:solidFill>
                  <a:srgbClr val="111111"/>
                </a:solidFill>
                <a:latin typeface="Yu Gothic" panose="020B0400000000000000" charset="-128"/>
                <a:ea typeface="Yu Gothic" panose="020B0400000000000000" charset="-128"/>
                <a:cs typeface="Yu Gothic" panose="020B0400000000000000" charset="-128"/>
              </a:rPr>
              <a:t>ツール自体に</a:t>
            </a:r>
            <a:endParaRPr sz="2550" b="1">
              <a:solidFill>
                <a:srgbClr val="111111"/>
              </a:solidFill>
              <a:latin typeface="Yu Gothic" panose="020B0400000000000000" charset="-128"/>
              <a:ea typeface="Yu Gothic" panose="020B0400000000000000" charset="-128"/>
              <a:cs typeface="Yu Gothic" panose="020B0400000000000000" charset="-128"/>
            </a:endParaRPr>
          </a:p>
          <a:p>
            <a:pPr algn="l">
              <a:defRPr sz="2550" b="1">
                <a:solidFill>
                  <a:srgbClr val="111111"/>
                </a:solidFill>
                <a:latin typeface="Yu Gothic" panose="020B0400000000000000" charset="-128"/>
                <a:ea typeface="Yu Gothic" panose="020B0400000000000000" charset="-128"/>
                <a:cs typeface="Yu Gothic" panose="020B0400000000000000" charset="-128"/>
              </a:defRPr>
            </a:pPr>
            <a:r>
              <a:rPr sz="2550" b="1">
                <a:solidFill>
                  <a:srgbClr val="111111"/>
                </a:solidFill>
                <a:latin typeface="Yu Gothic" panose="020B0400000000000000" charset="-128"/>
                <a:ea typeface="Yu Gothic" panose="020B0400000000000000" charset="-128"/>
                <a:cs typeface="Yu Gothic" panose="020B0400000000000000" charset="-128"/>
              </a:rPr>
              <a:t>AI機能がある</a:t>
            </a:r>
            <a:endParaRPr sz="2550" b="1">
              <a:solidFill>
                <a:srgbClr val="111111"/>
              </a:solidFill>
              <a:latin typeface="Yu Gothic" panose="020B0400000000000000" charset="-128"/>
              <a:ea typeface="Yu Gothic" panose="020B0400000000000000" charset="-128"/>
              <a:cs typeface="Yu Gothic" panose="020B0400000000000000" charset="-128"/>
            </a:endParaRPr>
          </a:p>
        </p:txBody>
      </p:sp>
      <p:sp>
        <p:nvSpPr>
          <p:cNvPr id="11" name="矩形 10"/>
          <p:cNvSpPr>
            <a:spLocks noGrp="1"/>
          </p:cNvSpPr>
          <p:nvPr/>
        </p:nvSpPr>
        <p:spPr>
          <a:xfrm>
            <a:off x="7620000" y="3105150"/>
            <a:ext cx="3905250" cy="1428750"/>
          </a:xfrm>
          <a:prstGeom prst="rect">
            <a:avLst/>
          </a:prstGeom>
          <a:noFill/>
          <a:ln w="0">
            <a:noFill/>
            <a:prstDash val="solid"/>
          </a:ln>
        </p:spPr>
        <p:txBody>
          <a:bodyPr wrap="square" lIns="0" tIns="0" rIns="0" bIns="0" anchor="t">
            <a:normAutofit/>
          </a:bodyPr>
          <a:lstStyle/>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利用のたびにAIを呼ぶ</a:t>
            </a:r>
            <a:endParaRPr sz="1800" b="0">
              <a:solidFill>
                <a:srgbClr val="5D6470"/>
              </a:solidFill>
              <a:latin typeface="Yu Gothic" panose="020B0400000000000000" charset="-128"/>
              <a:ea typeface="Yu Gothic" panose="020B0400000000000000" charset="-128"/>
              <a:cs typeface="Yu Gothic" panose="020B0400000000000000" charset="-128"/>
            </a:endParaRPr>
          </a:p>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後端・運営・品質管理が必要</a:t>
            </a:r>
            <a:endParaRPr sz="1800" b="0">
              <a:solidFill>
                <a:srgbClr val="5D6470"/>
              </a:solidFill>
              <a:latin typeface="Yu Gothic" panose="020B0400000000000000" charset="-128"/>
              <a:ea typeface="Yu Gothic" panose="020B0400000000000000" charset="-128"/>
              <a:cs typeface="Yu Gothic" panose="020B0400000000000000" charset="-128"/>
            </a:endParaRPr>
          </a:p>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例：AI会話、学生のレベルに合わせた問題生成</a:t>
            </a:r>
            <a:r>
              <a:rPr>
                <a:sym typeface="+mn-ea"/>
              </a:rPr>
              <a:t>、</a:t>
            </a:r>
            <a:r>
              <a:rPr sz="1800" b="0">
                <a:solidFill>
                  <a:srgbClr val="5D6470"/>
                </a:solidFill>
                <a:latin typeface="Yu Gothic" panose="020B0400000000000000" charset="-128"/>
                <a:ea typeface="Yu Gothic" panose="020B0400000000000000" charset="-128"/>
                <a:cs typeface="Yu Gothic" panose="020B0400000000000000" charset="-128"/>
              </a:rPr>
              <a:t>N1 listening Tool</a:t>
            </a:r>
            <a:endParaRPr sz="1800" b="0">
              <a:solidFill>
                <a:srgbClr val="5D6470"/>
              </a:solidFill>
              <a:latin typeface="Yu Gothic" panose="020B0400000000000000" charset="-128"/>
              <a:ea typeface="Yu Gothic" panose="020B0400000000000000" charset="-128"/>
              <a:cs typeface="Yu Gothic" panose="020B0400000000000000" charset="-128"/>
            </a:endParaRPr>
          </a:p>
        </p:txBody>
      </p:sp>
      <p:sp>
        <p:nvSpPr>
          <p:cNvPr id="12" name="圓角矩形 11"/>
          <p:cNvSpPr>
            <a:spLocks noGrp="1"/>
          </p:cNvSpPr>
          <p:nvPr/>
        </p:nvSpPr>
        <p:spPr>
          <a:xfrm>
            <a:off x="609600" y="5048250"/>
            <a:ext cx="10972800" cy="876300"/>
          </a:xfrm>
          <a:prstGeom prst="roundRect">
            <a:avLst>
              <a:gd name="adj" fmla="val 8696"/>
            </a:avLst>
          </a:prstGeom>
          <a:solidFill>
            <a:srgbClr val="F1F3F5"/>
          </a:solidFill>
          <a:ln w="0">
            <a:noFill/>
            <a:prstDash val="solid"/>
          </a:ln>
        </p:spPr>
      </p:sp>
      <p:sp>
        <p:nvSpPr>
          <p:cNvPr id="13" name="矩形 12"/>
          <p:cNvSpPr>
            <a:spLocks noGrp="1"/>
          </p:cNvSpPr>
          <p:nvPr/>
        </p:nvSpPr>
        <p:spPr>
          <a:xfrm>
            <a:off x="876300" y="5276850"/>
            <a:ext cx="10439400" cy="419100"/>
          </a:xfrm>
          <a:prstGeom prst="rect">
            <a:avLst/>
          </a:prstGeom>
          <a:noFill/>
          <a:ln w="0">
            <a:noFill/>
            <a:prstDash val="solid"/>
          </a:ln>
        </p:spPr>
        <p:txBody>
          <a:bodyPr wrap="square" lIns="0" tIns="0" rIns="0" bIns="0" anchor="t">
            <a:normAutofit/>
          </a:bodyPr>
          <a:lstStyle/>
          <a:p>
            <a:pPr algn="ctr">
              <a:defRPr sz="2100" b="1">
                <a:solidFill>
                  <a:srgbClr val="111111"/>
                </a:solidFill>
                <a:latin typeface="Yu Gothic" panose="020B0400000000000000" charset="-128"/>
                <a:ea typeface="Yu Gothic" panose="020B0400000000000000" charset="-128"/>
                <a:cs typeface="Yu Gothic" panose="020B0400000000000000" charset="-128"/>
              </a:defRPr>
            </a:pPr>
            <a:r>
              <a:rPr>
                <a:sym typeface="+mn-ea"/>
              </a:rPr>
              <a:t>同じ「AIで作る」でも、開発難易度と運営コストは大きく違う。</a:t>
            </a:r>
            <a:endParaRPr sz="2100" b="1">
              <a:solidFill>
                <a:srgbClr val="111111"/>
              </a:solidFill>
              <a:latin typeface="Yu Gothic" panose="020B0400000000000000" charset="-128"/>
              <a:ea typeface="Yu Gothic" panose="020B0400000000000000" charset="-128"/>
              <a:cs typeface="Yu Gothic" panose="020B0400000000000000" charset="-12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4" name="矩形 13"/>
          <p:cNvSpPr>
            <a:spLocks noGrp="1"/>
          </p:cNvSpPr>
          <p:nvPr/>
        </p:nvSpPr>
        <p:spPr>
          <a:xfrm>
            <a:off x="533400" y="285750"/>
            <a:ext cx="34290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Yu Gothic" panose="020B0400000000000000" charset="-128"/>
                <a:ea typeface="Yu Gothic" panose="020B0400000000000000" charset="-128"/>
                <a:cs typeface="Yu Gothic" panose="020B0400000000000000" charset="-128"/>
              </a:defRPr>
            </a:pPr>
            <a:r>
              <a:rPr sz="1200" b="1">
                <a:solidFill>
                  <a:srgbClr val="3D8DFF"/>
                </a:solidFill>
                <a:latin typeface="Yu Gothic" panose="020B0400000000000000" charset="-128"/>
                <a:ea typeface="Yu Gothic" panose="020B0400000000000000" charset="-128"/>
                <a:cs typeface="Yu Gothic" panose="020B0400000000000000" charset="-128"/>
              </a:rPr>
              <a:t>1｜考え方</a:t>
            </a:r>
            <a:endParaRPr sz="1200" b="1">
              <a:solidFill>
                <a:srgbClr val="3D8DFF"/>
              </a:solidFill>
              <a:latin typeface="Yu Gothic" panose="020B0400000000000000" charset="-128"/>
              <a:ea typeface="Yu Gothic" panose="020B0400000000000000" charset="-128"/>
              <a:cs typeface="Yu Gothic" panose="020B0400000000000000" charset="-128"/>
            </a:endParaRPr>
          </a:p>
        </p:txBody>
      </p:sp>
      <p:sp>
        <p:nvSpPr>
          <p:cNvPr id="2" name="矩形 1"/>
          <p:cNvSpPr>
            <a:spLocks noGrp="1"/>
          </p:cNvSpPr>
          <p:nvPr/>
        </p:nvSpPr>
        <p:spPr>
          <a:xfrm>
            <a:off x="533400" y="628650"/>
            <a:ext cx="11125200" cy="609600"/>
          </a:xfrm>
          <a:prstGeom prst="rect">
            <a:avLst/>
          </a:prstGeom>
          <a:noFill/>
          <a:ln w="0">
            <a:noFill/>
            <a:prstDash val="solid"/>
          </a:ln>
        </p:spPr>
        <p:txBody>
          <a:bodyPr wrap="square" lIns="0" tIns="0" rIns="0" bIns="0" anchor="t">
            <a:normAutofit/>
          </a:bodyPr>
          <a:lstStyle/>
          <a:p>
            <a:pPr algn="l">
              <a:defRPr sz="3450" b="1">
                <a:solidFill>
                  <a:srgbClr val="111111"/>
                </a:solidFill>
                <a:latin typeface="Yu Gothic" panose="020B0400000000000000" charset="-128"/>
                <a:ea typeface="Yu Gothic" panose="020B0400000000000000" charset="-128"/>
                <a:cs typeface="Yu Gothic" panose="020B0400000000000000" charset="-128"/>
              </a:defRPr>
            </a:pPr>
            <a:r>
              <a:rPr sz="3450" b="1">
                <a:solidFill>
                  <a:srgbClr val="111111"/>
                </a:solidFill>
                <a:latin typeface="Yu Gothic" panose="020B0400000000000000" charset="-128"/>
                <a:ea typeface="Yu Gothic" panose="020B0400000000000000" charset="-128"/>
                <a:cs typeface="Yu Gothic" panose="020B0400000000000000" charset="-128"/>
              </a:rPr>
              <a:t>AI機能は、使われるほど費用も増える</a:t>
            </a:r>
            <a:endParaRPr sz="3450" b="1">
              <a:solidFill>
                <a:srgbClr val="111111"/>
              </a:solidFill>
              <a:latin typeface="Yu Gothic" panose="020B0400000000000000" charset="-128"/>
              <a:ea typeface="Yu Gothic" panose="020B0400000000000000" charset="-128"/>
              <a:cs typeface="Yu Gothic" panose="020B0400000000000000" charset="-128"/>
            </a:endParaRPr>
          </a:p>
        </p:txBody>
      </p:sp>
      <p:cxnSp>
        <p:nvCxnSpPr>
          <p:cNvPr id="16" name="直線單箭頭接點 15"/>
          <p:cNvCxnSpPr/>
          <p:nvPr/>
        </p:nvCxnSpPr>
        <p:spPr>
          <a:xfrm>
            <a:off x="533400" y="1371600"/>
            <a:ext cx="11125200" cy="0"/>
          </a:xfrm>
          <a:prstGeom prst="straightConnector1">
            <a:avLst/>
          </a:prstGeom>
          <a:ln w="9525">
            <a:solidFill>
              <a:srgbClr val="C6CBD2"/>
            </a:solidFill>
            <a:prstDash val="solid"/>
          </a:ln>
        </p:spPr>
      </p:cxnSp>
      <p:sp>
        <p:nvSpPr>
          <p:cNvPr id="4" name="矩形 3"/>
          <p:cNvSpPr>
            <a:spLocks noGrp="1"/>
          </p:cNvSpPr>
          <p:nvPr/>
        </p:nvSpPr>
        <p:spPr>
          <a:xfrm>
            <a:off x="11144250" y="6419850"/>
            <a:ext cx="514350" cy="190500"/>
          </a:xfrm>
          <a:prstGeom prst="rect">
            <a:avLst/>
          </a:prstGeom>
          <a:noFill/>
          <a:ln w="0">
            <a:noFill/>
            <a:prstDash val="solid"/>
          </a:ln>
        </p:spPr>
        <p:txBody>
          <a:bodyPr wrap="square" lIns="0" tIns="0" rIns="0" bIns="0" anchor="t">
            <a:normAutofit/>
          </a:bodyPr>
          <a:lstStyle/>
          <a:p>
            <a:pPr algn="r">
              <a:defRPr sz="1050" b="0">
                <a:solidFill>
                  <a:srgbClr val="5D6470"/>
                </a:solidFill>
                <a:latin typeface="Yu Gothic" panose="020B0400000000000000" charset="-128"/>
                <a:ea typeface="Yu Gothic" panose="020B0400000000000000" charset="-128"/>
                <a:cs typeface="Yu Gothic" panose="020B0400000000000000" charset="-128"/>
              </a:defRPr>
            </a:pPr>
            <a:r>
              <a:rPr sz="1050" b="0">
                <a:solidFill>
                  <a:srgbClr val="5D6470"/>
                </a:solidFill>
                <a:latin typeface="Yu Gothic" panose="020B0400000000000000" charset="-128"/>
                <a:ea typeface="Yu Gothic" panose="020B0400000000000000" charset="-128"/>
                <a:cs typeface="Yu Gothic" panose="020B0400000000000000" charset="-128"/>
              </a:rPr>
              <a:t>04</a:t>
            </a:r>
            <a:endParaRPr sz="1050" b="0">
              <a:solidFill>
                <a:srgbClr val="5D6470"/>
              </a:solidFill>
              <a:latin typeface="Yu Gothic" panose="020B0400000000000000" charset="-128"/>
              <a:ea typeface="Yu Gothic" panose="020B0400000000000000" charset="-128"/>
              <a:cs typeface="Yu Gothic" panose="020B0400000000000000" charset="-128"/>
            </a:endParaRPr>
          </a:p>
        </p:txBody>
      </p:sp>
      <p:sp>
        <p:nvSpPr>
          <p:cNvPr id="5" name="圓角矩形 4"/>
          <p:cNvSpPr>
            <a:spLocks noGrp="1"/>
          </p:cNvSpPr>
          <p:nvPr/>
        </p:nvSpPr>
        <p:spPr>
          <a:xfrm>
            <a:off x="609600" y="1847850"/>
            <a:ext cx="4953000" cy="3333750"/>
          </a:xfrm>
          <a:prstGeom prst="roundRect">
            <a:avLst>
              <a:gd name="adj" fmla="val 2857"/>
            </a:avLst>
          </a:prstGeom>
          <a:solidFill>
            <a:srgbClr val="EAF6FC"/>
          </a:solidFill>
          <a:ln w="0">
            <a:noFill/>
            <a:prstDash val="solid"/>
          </a:ln>
        </p:spPr>
      </p:sp>
      <p:sp>
        <p:nvSpPr>
          <p:cNvPr id="6" name="矩形 5"/>
          <p:cNvSpPr>
            <a:spLocks noGrp="1"/>
          </p:cNvSpPr>
          <p:nvPr/>
        </p:nvSpPr>
        <p:spPr>
          <a:xfrm>
            <a:off x="914400" y="2152650"/>
            <a:ext cx="4286250" cy="457200"/>
          </a:xfrm>
          <a:prstGeom prst="rect">
            <a:avLst/>
          </a:prstGeom>
          <a:noFill/>
          <a:ln w="0">
            <a:noFill/>
            <a:prstDash val="solid"/>
          </a:ln>
        </p:spPr>
        <p:txBody>
          <a:bodyPr wrap="square" lIns="0" tIns="0" rIns="0" bIns="0" anchor="t">
            <a:normAutofit/>
          </a:bodyPr>
          <a:lstStyle/>
          <a:p>
            <a:pPr algn="l">
              <a:defRPr sz="2250" b="1">
                <a:solidFill>
                  <a:srgbClr val="111111"/>
                </a:solidFill>
                <a:latin typeface="Yu Gothic" panose="020B0400000000000000" charset="-128"/>
                <a:ea typeface="Yu Gothic" panose="020B0400000000000000" charset="-128"/>
                <a:cs typeface="Yu Gothic" panose="020B0400000000000000" charset="-128"/>
              </a:defRPr>
            </a:pPr>
            <a:r>
              <a:rPr sz="2250" b="1">
                <a:solidFill>
                  <a:srgbClr val="111111"/>
                </a:solidFill>
                <a:latin typeface="Yu Gothic" panose="020B0400000000000000" charset="-128"/>
                <a:ea typeface="Yu Gothic" panose="020B0400000000000000" charset="-128"/>
                <a:cs typeface="Yu Gothic" panose="020B0400000000000000" charset="-128"/>
              </a:rPr>
              <a:t>一般的な静的ツール</a:t>
            </a:r>
            <a:endParaRPr sz="2250" b="1">
              <a:solidFill>
                <a:srgbClr val="111111"/>
              </a:solidFill>
              <a:latin typeface="Yu Gothic" panose="020B0400000000000000" charset="-128"/>
              <a:ea typeface="Yu Gothic" panose="020B0400000000000000" charset="-128"/>
              <a:cs typeface="Yu Gothic" panose="020B0400000000000000" charset="-128"/>
            </a:endParaRPr>
          </a:p>
        </p:txBody>
      </p:sp>
      <p:sp>
        <p:nvSpPr>
          <p:cNvPr id="7" name="矩形 6"/>
          <p:cNvSpPr>
            <a:spLocks noGrp="1"/>
          </p:cNvSpPr>
          <p:nvPr/>
        </p:nvSpPr>
        <p:spPr>
          <a:xfrm>
            <a:off x="914400" y="2971800"/>
            <a:ext cx="1714500" cy="533400"/>
          </a:xfrm>
          <a:prstGeom prst="rect">
            <a:avLst/>
          </a:prstGeom>
          <a:noFill/>
          <a:ln w="0">
            <a:noFill/>
            <a:prstDash val="solid"/>
          </a:ln>
        </p:spPr>
        <p:txBody>
          <a:bodyPr wrap="square" lIns="0" tIns="0" rIns="0" bIns="0" anchor="t">
            <a:normAutofit/>
          </a:bodyPr>
          <a:lstStyle/>
          <a:p>
            <a:pPr algn="l">
              <a:defRPr sz="3150" b="1">
                <a:solidFill>
                  <a:srgbClr val="3D8DFF"/>
                </a:solidFill>
                <a:latin typeface="Yu Gothic" panose="020B0400000000000000" charset="-128"/>
                <a:ea typeface="Yu Gothic" panose="020B0400000000000000" charset="-128"/>
                <a:cs typeface="Yu Gothic" panose="020B0400000000000000" charset="-128"/>
              </a:defRPr>
            </a:pPr>
            <a:r>
              <a:rPr sz="3150" b="1">
                <a:solidFill>
                  <a:srgbClr val="3D8DFF"/>
                </a:solidFill>
                <a:latin typeface="Yu Gothic" panose="020B0400000000000000" charset="-128"/>
                <a:ea typeface="Yu Gothic" panose="020B0400000000000000" charset="-128"/>
                <a:cs typeface="Yu Gothic" panose="020B0400000000000000" charset="-128"/>
              </a:rPr>
              <a:t>開発後</a:t>
            </a:r>
            <a:endParaRPr sz="3150" b="1">
              <a:solidFill>
                <a:srgbClr val="3D8DFF"/>
              </a:solidFill>
              <a:latin typeface="Yu Gothic" panose="020B0400000000000000" charset="-128"/>
              <a:ea typeface="Yu Gothic" panose="020B0400000000000000" charset="-128"/>
              <a:cs typeface="Yu Gothic" panose="020B0400000000000000" charset="-128"/>
            </a:endParaRPr>
          </a:p>
        </p:txBody>
      </p:sp>
      <p:sp>
        <p:nvSpPr>
          <p:cNvPr id="8" name="矩形 7"/>
          <p:cNvSpPr>
            <a:spLocks noGrp="1"/>
          </p:cNvSpPr>
          <p:nvPr/>
        </p:nvSpPr>
        <p:spPr>
          <a:xfrm>
            <a:off x="914400" y="3676650"/>
            <a:ext cx="4000500" cy="952500"/>
          </a:xfrm>
          <a:prstGeom prst="rect">
            <a:avLst/>
          </a:prstGeom>
          <a:noFill/>
          <a:ln w="0">
            <a:noFill/>
            <a:prstDash val="solid"/>
          </a:ln>
        </p:spPr>
        <p:txBody>
          <a:bodyPr wrap="square" lIns="0" tIns="0" rIns="0" bIns="0" anchor="t">
            <a:normAutofit/>
          </a:bodyPr>
          <a:lstStyle/>
          <a:p>
            <a:pPr algn="l">
              <a:defRPr sz="1950" b="0">
                <a:solidFill>
                  <a:srgbClr val="111111"/>
                </a:solidFill>
                <a:latin typeface="Yu Gothic" panose="020B0400000000000000" charset="-128"/>
                <a:ea typeface="Yu Gothic" panose="020B0400000000000000" charset="-128"/>
                <a:cs typeface="Yu Gothic" panose="020B0400000000000000" charset="-128"/>
              </a:defRPr>
            </a:pPr>
            <a:r>
              <a:rPr sz="1950" b="0">
                <a:solidFill>
                  <a:srgbClr val="111111"/>
                </a:solidFill>
                <a:latin typeface="Yu Gothic" panose="020B0400000000000000" charset="-128"/>
                <a:ea typeface="Yu Gothic" panose="020B0400000000000000" charset="-128"/>
                <a:cs typeface="Yu Gothic" panose="020B0400000000000000" charset="-128"/>
              </a:rPr>
              <a:t>利用者が増えても</a:t>
            </a:r>
            <a:endParaRPr sz="1950" b="0">
              <a:solidFill>
                <a:srgbClr val="111111"/>
              </a:solidFill>
              <a:latin typeface="Yu Gothic" panose="020B0400000000000000" charset="-128"/>
              <a:ea typeface="Yu Gothic" panose="020B0400000000000000" charset="-128"/>
              <a:cs typeface="Yu Gothic" panose="020B0400000000000000" charset="-128"/>
            </a:endParaRPr>
          </a:p>
          <a:p>
            <a:pPr algn="l">
              <a:defRPr sz="1950" b="0">
                <a:solidFill>
                  <a:srgbClr val="111111"/>
                </a:solidFill>
                <a:latin typeface="Yu Gothic" panose="020B0400000000000000" charset="-128"/>
                <a:ea typeface="Yu Gothic" panose="020B0400000000000000" charset="-128"/>
                <a:cs typeface="Yu Gothic" panose="020B0400000000000000" charset="-128"/>
              </a:defRPr>
            </a:pPr>
            <a:r>
              <a:rPr sz="1950" b="0">
                <a:solidFill>
                  <a:srgbClr val="111111"/>
                </a:solidFill>
                <a:latin typeface="Yu Gothic" panose="020B0400000000000000" charset="-128"/>
                <a:ea typeface="Yu Gothic" panose="020B0400000000000000" charset="-128"/>
                <a:cs typeface="Yu Gothic" panose="020B0400000000000000" charset="-128"/>
              </a:rPr>
              <a:t>追加コストは比較的小さい</a:t>
            </a:r>
            <a:endParaRPr sz="1950" b="0">
              <a:solidFill>
                <a:srgbClr val="111111"/>
              </a:solidFill>
              <a:latin typeface="Yu Gothic" panose="020B0400000000000000" charset="-128"/>
              <a:ea typeface="Yu Gothic" panose="020B0400000000000000" charset="-128"/>
              <a:cs typeface="Yu Gothic" panose="020B0400000000000000" charset="-128"/>
            </a:endParaRPr>
          </a:p>
        </p:txBody>
      </p:sp>
      <p:sp>
        <p:nvSpPr>
          <p:cNvPr id="9" name="圓角矩形 8"/>
          <p:cNvSpPr>
            <a:spLocks noGrp="1"/>
          </p:cNvSpPr>
          <p:nvPr/>
        </p:nvSpPr>
        <p:spPr>
          <a:xfrm>
            <a:off x="6172200" y="1847850"/>
            <a:ext cx="5410200" cy="3333750"/>
          </a:xfrm>
          <a:prstGeom prst="roundRect">
            <a:avLst>
              <a:gd name="adj" fmla="val 2857"/>
            </a:avLst>
          </a:prstGeom>
          <a:solidFill>
            <a:srgbClr val="FFF2D6"/>
          </a:solidFill>
          <a:ln w="0">
            <a:noFill/>
            <a:prstDash val="solid"/>
          </a:ln>
        </p:spPr>
      </p:sp>
      <p:sp>
        <p:nvSpPr>
          <p:cNvPr id="10" name="矩形 9"/>
          <p:cNvSpPr>
            <a:spLocks noGrp="1"/>
          </p:cNvSpPr>
          <p:nvPr/>
        </p:nvSpPr>
        <p:spPr>
          <a:xfrm>
            <a:off x="6477000" y="2152650"/>
            <a:ext cx="4572000" cy="457200"/>
          </a:xfrm>
          <a:prstGeom prst="rect">
            <a:avLst/>
          </a:prstGeom>
          <a:noFill/>
          <a:ln w="0">
            <a:noFill/>
            <a:prstDash val="solid"/>
          </a:ln>
        </p:spPr>
        <p:txBody>
          <a:bodyPr wrap="square" lIns="0" tIns="0" rIns="0" bIns="0" anchor="t">
            <a:normAutofit/>
          </a:bodyPr>
          <a:lstStyle/>
          <a:p>
            <a:pPr algn="l">
              <a:defRPr sz="2250" b="1">
                <a:solidFill>
                  <a:srgbClr val="111111"/>
                </a:solidFill>
                <a:latin typeface="Yu Gothic" panose="020B0400000000000000" charset="-128"/>
                <a:ea typeface="Yu Gothic" panose="020B0400000000000000" charset="-128"/>
                <a:cs typeface="Yu Gothic" panose="020B0400000000000000" charset="-128"/>
              </a:defRPr>
            </a:pPr>
            <a:r>
              <a:rPr sz="2250" b="1">
                <a:solidFill>
                  <a:srgbClr val="111111"/>
                </a:solidFill>
                <a:latin typeface="Yu Gothic" panose="020B0400000000000000" charset="-128"/>
                <a:ea typeface="Yu Gothic" panose="020B0400000000000000" charset="-128"/>
                <a:cs typeface="Yu Gothic" panose="020B0400000000000000" charset="-128"/>
              </a:rPr>
              <a:t>AIを内蔵したサービス</a:t>
            </a:r>
            <a:endParaRPr sz="2250" b="1">
              <a:solidFill>
                <a:srgbClr val="111111"/>
              </a:solidFill>
              <a:latin typeface="Yu Gothic" panose="020B0400000000000000" charset="-128"/>
              <a:ea typeface="Yu Gothic" panose="020B0400000000000000" charset="-128"/>
              <a:cs typeface="Yu Gothic" panose="020B0400000000000000" charset="-128"/>
            </a:endParaRPr>
          </a:p>
        </p:txBody>
      </p:sp>
      <p:sp>
        <p:nvSpPr>
          <p:cNvPr id="11" name="矩形 10"/>
          <p:cNvSpPr>
            <a:spLocks noGrp="1"/>
          </p:cNvSpPr>
          <p:nvPr/>
        </p:nvSpPr>
        <p:spPr>
          <a:xfrm>
            <a:off x="6477000" y="2971800"/>
            <a:ext cx="2000250" cy="533400"/>
          </a:xfrm>
          <a:prstGeom prst="rect">
            <a:avLst/>
          </a:prstGeom>
          <a:noFill/>
          <a:ln w="0">
            <a:noFill/>
            <a:prstDash val="solid"/>
          </a:ln>
        </p:spPr>
        <p:txBody>
          <a:bodyPr wrap="square" lIns="0" tIns="0" rIns="0" bIns="0" anchor="t">
            <a:normAutofit/>
          </a:bodyPr>
          <a:lstStyle/>
          <a:p>
            <a:pPr algn="l">
              <a:defRPr sz="3150" b="1">
                <a:solidFill>
                  <a:srgbClr val="D45D5D"/>
                </a:solidFill>
                <a:latin typeface="Yu Gothic" panose="020B0400000000000000" charset="-128"/>
                <a:ea typeface="Yu Gothic" panose="020B0400000000000000" charset="-128"/>
                <a:cs typeface="Yu Gothic" panose="020B0400000000000000" charset="-128"/>
              </a:defRPr>
            </a:pPr>
            <a:r>
              <a:rPr sz="3150" b="1">
                <a:solidFill>
                  <a:srgbClr val="D45D5D"/>
                </a:solidFill>
                <a:latin typeface="Yu Gothic" panose="020B0400000000000000" charset="-128"/>
                <a:ea typeface="Yu Gothic" panose="020B0400000000000000" charset="-128"/>
                <a:cs typeface="Yu Gothic" panose="020B0400000000000000" charset="-128"/>
              </a:rPr>
              <a:t>利用ごと</a:t>
            </a:r>
            <a:endParaRPr sz="3150" b="1">
              <a:solidFill>
                <a:srgbClr val="D45D5D"/>
              </a:solidFill>
              <a:latin typeface="Yu Gothic" panose="020B0400000000000000" charset="-128"/>
              <a:ea typeface="Yu Gothic" panose="020B0400000000000000" charset="-128"/>
              <a:cs typeface="Yu Gothic" panose="020B0400000000000000" charset="-128"/>
            </a:endParaRPr>
          </a:p>
        </p:txBody>
      </p:sp>
      <p:sp>
        <p:nvSpPr>
          <p:cNvPr id="12" name="矩形 11"/>
          <p:cNvSpPr>
            <a:spLocks noGrp="1"/>
          </p:cNvSpPr>
          <p:nvPr/>
        </p:nvSpPr>
        <p:spPr>
          <a:xfrm>
            <a:off x="6477000" y="3676650"/>
            <a:ext cx="4095750" cy="952500"/>
          </a:xfrm>
          <a:prstGeom prst="rect">
            <a:avLst/>
          </a:prstGeom>
          <a:noFill/>
          <a:ln w="0">
            <a:noFill/>
            <a:prstDash val="solid"/>
          </a:ln>
        </p:spPr>
        <p:txBody>
          <a:bodyPr wrap="square" lIns="0" tIns="0" rIns="0" bIns="0" anchor="t">
            <a:normAutofit/>
          </a:bodyPr>
          <a:lstStyle/>
          <a:p>
            <a:pPr algn="l">
              <a:defRPr sz="1950" b="0">
                <a:solidFill>
                  <a:srgbClr val="111111"/>
                </a:solidFill>
                <a:latin typeface="Yu Gothic" panose="020B0400000000000000" charset="-128"/>
                <a:ea typeface="Yu Gothic" panose="020B0400000000000000" charset="-128"/>
                <a:cs typeface="Yu Gothic" panose="020B0400000000000000" charset="-128"/>
              </a:defRPr>
            </a:pPr>
            <a:r>
              <a:rPr sz="1950" b="0">
                <a:solidFill>
                  <a:srgbClr val="111111"/>
                </a:solidFill>
                <a:latin typeface="Yu Gothic" panose="020B0400000000000000" charset="-128"/>
                <a:ea typeface="Yu Gothic" panose="020B0400000000000000" charset="-128"/>
                <a:cs typeface="Yu Gothic" panose="020B0400000000000000" charset="-128"/>
              </a:rPr>
              <a:t>Token・音声・APIの</a:t>
            </a:r>
            <a:endParaRPr sz="1950" b="0">
              <a:solidFill>
                <a:srgbClr val="111111"/>
              </a:solidFill>
              <a:latin typeface="Yu Gothic" panose="020B0400000000000000" charset="-128"/>
              <a:ea typeface="Yu Gothic" panose="020B0400000000000000" charset="-128"/>
              <a:cs typeface="Yu Gothic" panose="020B0400000000000000" charset="-128"/>
            </a:endParaRPr>
          </a:p>
          <a:p>
            <a:pPr algn="l">
              <a:defRPr sz="1950" b="0">
                <a:solidFill>
                  <a:srgbClr val="111111"/>
                </a:solidFill>
                <a:latin typeface="Yu Gothic" panose="020B0400000000000000" charset="-128"/>
                <a:ea typeface="Yu Gothic" panose="020B0400000000000000" charset="-128"/>
                <a:cs typeface="Yu Gothic" panose="020B0400000000000000" charset="-128"/>
              </a:defRPr>
            </a:pPr>
            <a:r>
              <a:rPr sz="1950" b="0">
                <a:solidFill>
                  <a:srgbClr val="111111"/>
                </a:solidFill>
                <a:latin typeface="Yu Gothic" panose="020B0400000000000000" charset="-128"/>
                <a:ea typeface="Yu Gothic" panose="020B0400000000000000" charset="-128"/>
                <a:cs typeface="Yu Gothic" panose="020B0400000000000000" charset="-128"/>
              </a:rPr>
              <a:t>コストが積み上がる</a:t>
            </a:r>
            <a:endParaRPr sz="1950" b="0">
              <a:solidFill>
                <a:srgbClr val="111111"/>
              </a:solidFill>
              <a:latin typeface="Yu Gothic" panose="020B0400000000000000" charset="-128"/>
              <a:ea typeface="Yu Gothic" panose="020B0400000000000000" charset="-128"/>
              <a:cs typeface="Yu Gothic" panose="020B0400000000000000" charset="-128"/>
            </a:endParaRPr>
          </a:p>
        </p:txBody>
      </p:sp>
      <p:sp>
        <p:nvSpPr>
          <p:cNvPr id="13" name="矩形 12"/>
          <p:cNvSpPr>
            <a:spLocks noGrp="1"/>
          </p:cNvSpPr>
          <p:nvPr/>
        </p:nvSpPr>
        <p:spPr>
          <a:xfrm>
            <a:off x="681355" y="5309235"/>
            <a:ext cx="10477500" cy="495300"/>
          </a:xfrm>
          <a:prstGeom prst="rect">
            <a:avLst/>
          </a:prstGeom>
          <a:noFill/>
          <a:ln w="0">
            <a:noFill/>
            <a:prstDash val="solid"/>
          </a:ln>
        </p:spPr>
        <p:txBody>
          <a:bodyPr wrap="square" lIns="0" tIns="0" rIns="0" bIns="0" anchor="t">
            <a:normAutofit/>
          </a:bodyPr>
          <a:lstStyle/>
          <a:p>
            <a:pPr algn="l">
              <a:defRPr sz="2250" b="1">
                <a:solidFill>
                  <a:srgbClr val="111111"/>
                </a:solidFill>
                <a:latin typeface="Yu Gothic" panose="020B0400000000000000" charset="-128"/>
                <a:ea typeface="Yu Gothic" panose="020B0400000000000000" charset="-128"/>
                <a:cs typeface="Yu Gothic" panose="020B0400000000000000" charset="-128"/>
              </a:defRPr>
            </a:pPr>
            <a:r>
              <a:rPr sz="2250" b="1">
                <a:solidFill>
                  <a:srgbClr val="111111"/>
                </a:solidFill>
                <a:latin typeface="Yu Gothic" panose="020B0400000000000000" charset="-128"/>
                <a:ea typeface="Yu Gothic" panose="020B0400000000000000" charset="-128"/>
                <a:cs typeface="Yu Gothic" panose="020B0400000000000000" charset="-128"/>
              </a:rPr>
              <a:t>人気が出るほど赤字になる設計もある。</a:t>
            </a:r>
            <a:endParaRPr sz="2250" b="1">
              <a:solidFill>
                <a:srgbClr val="111111"/>
              </a:solidFill>
              <a:latin typeface="Yu Gothic" panose="020B0400000000000000" charset="-128"/>
              <a:ea typeface="Yu Gothic" panose="020B0400000000000000" charset="-128"/>
              <a:cs typeface="Yu Gothic" panose="020B0400000000000000" charset="-128"/>
            </a:endParaRPr>
          </a:p>
        </p:txBody>
      </p:sp>
      <p:sp>
        <p:nvSpPr>
          <p:cNvPr id="3" name="圓角矩形 2"/>
          <p:cNvSpPr>
            <a:spLocks noGrp="1"/>
          </p:cNvSpPr>
          <p:nvPr/>
        </p:nvSpPr>
        <p:spPr>
          <a:xfrm>
            <a:off x="609600" y="5765800"/>
            <a:ext cx="10972800" cy="876300"/>
          </a:xfrm>
          <a:prstGeom prst="roundRect">
            <a:avLst>
              <a:gd name="adj" fmla="val 8696"/>
            </a:avLst>
          </a:prstGeom>
          <a:solidFill>
            <a:srgbClr val="F1F3F5"/>
          </a:solidFill>
          <a:ln w="0">
            <a:noFill/>
            <a:prstDash val="solid"/>
          </a:ln>
        </p:spPr>
      </p:sp>
      <p:sp>
        <p:nvSpPr>
          <p:cNvPr id="15" name="矩形 14"/>
          <p:cNvSpPr>
            <a:spLocks noGrp="1"/>
          </p:cNvSpPr>
          <p:nvPr/>
        </p:nvSpPr>
        <p:spPr>
          <a:xfrm>
            <a:off x="876300" y="6066155"/>
            <a:ext cx="10439400" cy="419100"/>
          </a:xfrm>
          <a:prstGeom prst="rect">
            <a:avLst/>
          </a:prstGeom>
          <a:noFill/>
          <a:ln w="0">
            <a:noFill/>
            <a:prstDash val="solid"/>
          </a:ln>
        </p:spPr>
        <p:txBody>
          <a:bodyPr wrap="square" lIns="0" tIns="0" rIns="0" bIns="0" anchor="t">
            <a:normAutofit/>
          </a:bodyPr>
          <a:p>
            <a:pPr algn="ctr">
              <a:defRPr sz="2100" b="1">
                <a:solidFill>
                  <a:srgbClr val="111111"/>
                </a:solidFill>
                <a:latin typeface="Yu Gothic" panose="020B0400000000000000" charset="-128"/>
                <a:ea typeface="Yu Gothic" panose="020B0400000000000000" charset="-128"/>
                <a:cs typeface="Yu Gothic" panose="020B0400000000000000" charset="-128"/>
              </a:defRPr>
            </a:pPr>
            <a:r>
              <a:rPr sz="2100" b="1">
                <a:solidFill>
                  <a:srgbClr val="111111"/>
                </a:solidFill>
                <a:latin typeface="Yu Gothic" panose="020B0400000000000000" charset="-128"/>
                <a:ea typeface="Yu Gothic" panose="020B0400000000000000" charset="-128"/>
                <a:cs typeface="Yu Gothic" panose="020B0400000000000000" charset="-128"/>
              </a:rPr>
              <a:t>AIは開発を手伝うだけですか。それとも、学生が使うときにも必ずAIが必要ですか。</a:t>
            </a:r>
            <a:endParaRPr sz="2100" b="1">
              <a:solidFill>
                <a:srgbClr val="111111"/>
              </a:solidFill>
              <a:latin typeface="Yu Gothic" panose="020B0400000000000000" charset="-128"/>
              <a:ea typeface="Yu Gothic" panose="020B0400000000000000" charset="-128"/>
              <a:cs typeface="Yu Gothic" panose="020B0400000000000000"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6" name="矩形 15"/>
          <p:cNvSpPr>
            <a:spLocks noGrp="1"/>
          </p:cNvSpPr>
          <p:nvPr/>
        </p:nvSpPr>
        <p:spPr>
          <a:xfrm>
            <a:off x="533400" y="285750"/>
            <a:ext cx="34290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Yu Gothic" panose="020B0400000000000000" charset="-128"/>
                <a:ea typeface="Yu Gothic" panose="020B0400000000000000" charset="-128"/>
                <a:cs typeface="Yu Gothic" panose="020B0400000000000000" charset="-128"/>
              </a:defRPr>
            </a:pPr>
            <a:r>
              <a:rPr sz="1200" b="1">
                <a:solidFill>
                  <a:srgbClr val="3D8DFF"/>
                </a:solidFill>
                <a:latin typeface="Yu Gothic" panose="020B0400000000000000" charset="-128"/>
                <a:ea typeface="Yu Gothic" panose="020B0400000000000000" charset="-128"/>
                <a:cs typeface="Yu Gothic" panose="020B0400000000000000" charset="-128"/>
              </a:rPr>
              <a:t>1｜考え方</a:t>
            </a:r>
            <a:endParaRPr sz="1200" b="1">
              <a:solidFill>
                <a:srgbClr val="3D8DFF"/>
              </a:solidFill>
              <a:latin typeface="Yu Gothic" panose="020B0400000000000000" charset="-128"/>
              <a:ea typeface="Yu Gothic" panose="020B0400000000000000" charset="-128"/>
              <a:cs typeface="Yu Gothic" panose="020B0400000000000000" charset="-128"/>
            </a:endParaRPr>
          </a:p>
        </p:txBody>
      </p:sp>
      <p:sp>
        <p:nvSpPr>
          <p:cNvPr id="2" name="矩形 1"/>
          <p:cNvSpPr>
            <a:spLocks noGrp="1"/>
          </p:cNvSpPr>
          <p:nvPr/>
        </p:nvSpPr>
        <p:spPr>
          <a:xfrm>
            <a:off x="533400" y="628650"/>
            <a:ext cx="11125200" cy="609600"/>
          </a:xfrm>
          <a:prstGeom prst="rect">
            <a:avLst/>
          </a:prstGeom>
          <a:noFill/>
          <a:ln w="0">
            <a:noFill/>
            <a:prstDash val="solid"/>
          </a:ln>
        </p:spPr>
        <p:txBody>
          <a:bodyPr wrap="square" lIns="0" tIns="0" rIns="0" bIns="0" anchor="t">
            <a:normAutofit/>
          </a:bodyPr>
          <a:lstStyle/>
          <a:p>
            <a:pPr algn="l">
              <a:defRPr sz="3450" b="1">
                <a:solidFill>
                  <a:srgbClr val="111111"/>
                </a:solidFill>
                <a:latin typeface="Yu Gothic" panose="020B0400000000000000" charset="-128"/>
                <a:ea typeface="Yu Gothic" panose="020B0400000000000000" charset="-128"/>
                <a:cs typeface="Yu Gothic" panose="020B0400000000000000" charset="-128"/>
              </a:defRPr>
            </a:pPr>
            <a:r>
              <a:rPr sz="3450" b="1">
                <a:solidFill>
                  <a:srgbClr val="111111"/>
                </a:solidFill>
                <a:latin typeface="Yu Gothic" panose="020B0400000000000000" charset="-128"/>
                <a:ea typeface="Yu Gothic" panose="020B0400000000000000" charset="-128"/>
                <a:cs typeface="Yu Gothic" panose="020B0400000000000000" charset="-128"/>
              </a:rPr>
              <a:t>まずはCanvasで「使えるか」を試す</a:t>
            </a:r>
            <a:endParaRPr sz="3450" b="1">
              <a:solidFill>
                <a:srgbClr val="111111"/>
              </a:solidFill>
              <a:latin typeface="Yu Gothic" panose="020B0400000000000000" charset="-128"/>
              <a:ea typeface="Yu Gothic" panose="020B0400000000000000" charset="-128"/>
              <a:cs typeface="Yu Gothic" panose="020B0400000000000000" charset="-128"/>
            </a:endParaRPr>
          </a:p>
        </p:txBody>
      </p:sp>
      <p:cxnSp>
        <p:nvCxnSpPr>
          <p:cNvPr id="18" name="直線單箭頭接點 17"/>
          <p:cNvCxnSpPr/>
          <p:nvPr/>
        </p:nvCxnSpPr>
        <p:spPr>
          <a:xfrm>
            <a:off x="533400" y="1371600"/>
            <a:ext cx="11125200" cy="0"/>
          </a:xfrm>
          <a:prstGeom prst="straightConnector1">
            <a:avLst/>
          </a:prstGeom>
          <a:ln w="9525">
            <a:solidFill>
              <a:srgbClr val="C6CBD2"/>
            </a:solidFill>
            <a:prstDash val="solid"/>
          </a:ln>
        </p:spPr>
      </p:cxnSp>
      <p:sp>
        <p:nvSpPr>
          <p:cNvPr id="4" name="矩形 3"/>
          <p:cNvSpPr>
            <a:spLocks noGrp="1"/>
          </p:cNvSpPr>
          <p:nvPr/>
        </p:nvSpPr>
        <p:spPr>
          <a:xfrm>
            <a:off x="11144250" y="6419850"/>
            <a:ext cx="514350" cy="190500"/>
          </a:xfrm>
          <a:prstGeom prst="rect">
            <a:avLst/>
          </a:prstGeom>
          <a:noFill/>
          <a:ln w="0">
            <a:noFill/>
            <a:prstDash val="solid"/>
          </a:ln>
        </p:spPr>
        <p:txBody>
          <a:bodyPr wrap="square" lIns="0" tIns="0" rIns="0" bIns="0" anchor="t">
            <a:normAutofit/>
          </a:bodyPr>
          <a:lstStyle/>
          <a:p>
            <a:pPr algn="r">
              <a:defRPr sz="1050" b="0">
                <a:solidFill>
                  <a:srgbClr val="5D6470"/>
                </a:solidFill>
                <a:latin typeface="Yu Gothic" panose="020B0400000000000000" charset="-128"/>
                <a:ea typeface="Yu Gothic" panose="020B0400000000000000" charset="-128"/>
                <a:cs typeface="Yu Gothic" panose="020B0400000000000000" charset="-128"/>
              </a:defRPr>
            </a:pPr>
            <a:r>
              <a:rPr sz="1050" b="0">
                <a:solidFill>
                  <a:srgbClr val="5D6470"/>
                </a:solidFill>
                <a:latin typeface="Yu Gothic" panose="020B0400000000000000" charset="-128"/>
                <a:ea typeface="Yu Gothic" panose="020B0400000000000000" charset="-128"/>
                <a:cs typeface="Yu Gothic" panose="020B0400000000000000" charset="-128"/>
              </a:rPr>
              <a:t>05</a:t>
            </a:r>
            <a:endParaRPr sz="1050" b="0">
              <a:solidFill>
                <a:srgbClr val="5D6470"/>
              </a:solidFill>
              <a:latin typeface="Yu Gothic" panose="020B0400000000000000" charset="-128"/>
              <a:ea typeface="Yu Gothic" panose="020B0400000000000000" charset="-128"/>
              <a:cs typeface="Yu Gothic" panose="020B0400000000000000" charset="-128"/>
            </a:endParaRPr>
          </a:p>
        </p:txBody>
      </p:sp>
      <p:sp>
        <p:nvSpPr>
          <p:cNvPr id="5" name="矩形 4"/>
          <p:cNvSpPr>
            <a:spLocks noGrp="1"/>
          </p:cNvSpPr>
          <p:nvPr/>
        </p:nvSpPr>
        <p:spPr>
          <a:xfrm>
            <a:off x="685800" y="2076450"/>
            <a:ext cx="3048000" cy="533400"/>
          </a:xfrm>
          <a:prstGeom prst="rect">
            <a:avLst/>
          </a:prstGeom>
          <a:noFill/>
          <a:ln w="0">
            <a:noFill/>
            <a:prstDash val="solid"/>
          </a:ln>
        </p:spPr>
        <p:txBody>
          <a:bodyPr wrap="square" lIns="0" tIns="0" rIns="0" bIns="0" anchor="t">
            <a:normAutofit/>
          </a:bodyPr>
          <a:lstStyle/>
          <a:p>
            <a:pPr algn="l">
              <a:defRPr sz="2100" b="1">
                <a:solidFill>
                  <a:srgbClr val="111111"/>
                </a:solidFill>
                <a:latin typeface="Yu Gothic" panose="020B0400000000000000" charset="-128"/>
                <a:ea typeface="Yu Gothic" panose="020B0400000000000000" charset="-128"/>
                <a:cs typeface="Yu Gothic" panose="020B0400000000000000" charset="-128"/>
              </a:defRPr>
            </a:pPr>
            <a:r>
              <a:rPr sz="2100" b="1">
                <a:solidFill>
                  <a:srgbClr val="111111"/>
                </a:solidFill>
                <a:latin typeface="Yu Gothic" panose="020B0400000000000000" charset="-128"/>
                <a:ea typeface="Yu Gothic" panose="020B0400000000000000" charset="-128"/>
                <a:cs typeface="Yu Gothic" panose="020B0400000000000000" charset="-128"/>
              </a:rPr>
              <a:t>1  アイデアを伝える</a:t>
            </a:r>
            <a:endParaRPr sz="2100" b="1">
              <a:solidFill>
                <a:srgbClr val="111111"/>
              </a:solidFill>
              <a:latin typeface="Yu Gothic" panose="020B0400000000000000" charset="-128"/>
              <a:ea typeface="Yu Gothic" panose="020B0400000000000000" charset="-128"/>
              <a:cs typeface="Yu Gothic" panose="020B0400000000000000" charset="-128"/>
            </a:endParaRPr>
          </a:p>
        </p:txBody>
      </p:sp>
      <p:cxnSp>
        <p:nvCxnSpPr>
          <p:cNvPr id="21" name="直線單箭頭接點 20"/>
          <p:cNvCxnSpPr/>
          <p:nvPr/>
        </p:nvCxnSpPr>
        <p:spPr>
          <a:xfrm>
            <a:off x="685800" y="2781300"/>
            <a:ext cx="2857500" cy="0"/>
          </a:xfrm>
          <a:prstGeom prst="straightConnector1">
            <a:avLst/>
          </a:prstGeom>
          <a:ln w="19050">
            <a:solidFill>
              <a:srgbClr val="C6CBD2"/>
            </a:solidFill>
            <a:prstDash val="solid"/>
          </a:ln>
        </p:spPr>
      </p:cxnSp>
      <p:sp>
        <p:nvSpPr>
          <p:cNvPr id="7" name="矩形 6"/>
          <p:cNvSpPr>
            <a:spLocks noGrp="1"/>
          </p:cNvSpPr>
          <p:nvPr/>
        </p:nvSpPr>
        <p:spPr>
          <a:xfrm>
            <a:off x="685800" y="3086100"/>
            <a:ext cx="3048000" cy="1047750"/>
          </a:xfrm>
          <a:prstGeom prst="rect">
            <a:avLst/>
          </a:prstGeom>
          <a:noFill/>
          <a:ln w="0">
            <a:noFill/>
            <a:prstDash val="solid"/>
          </a:ln>
        </p:spPr>
        <p:txBody>
          <a:bodyPr wrap="square" lIns="0" tIns="0" rIns="0" bIns="0" anchor="t">
            <a:normAutofit/>
          </a:bodyPr>
          <a:lstStyle/>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問題形式・対象レベル・</a:t>
            </a:r>
            <a:endParaRPr sz="1800" b="0">
              <a:solidFill>
                <a:srgbClr val="5D6470"/>
              </a:solidFill>
              <a:latin typeface="Yu Gothic" panose="020B0400000000000000" charset="-128"/>
              <a:ea typeface="Yu Gothic" panose="020B0400000000000000" charset="-128"/>
              <a:cs typeface="Yu Gothic" panose="020B0400000000000000" charset="-128"/>
            </a:endParaRPr>
          </a:p>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使う場面を説明</a:t>
            </a:r>
            <a:endParaRPr sz="1800" b="0">
              <a:solidFill>
                <a:srgbClr val="5D6470"/>
              </a:solidFill>
              <a:latin typeface="Yu Gothic" panose="020B0400000000000000" charset="-128"/>
              <a:ea typeface="Yu Gothic" panose="020B0400000000000000" charset="-128"/>
              <a:cs typeface="Yu Gothic" panose="020B0400000000000000" charset="-128"/>
            </a:endParaRPr>
          </a:p>
        </p:txBody>
      </p:sp>
      <p:sp>
        <p:nvSpPr>
          <p:cNvPr id="8" name="矩形 7"/>
          <p:cNvSpPr>
            <a:spLocks noGrp="1"/>
          </p:cNvSpPr>
          <p:nvPr/>
        </p:nvSpPr>
        <p:spPr>
          <a:xfrm>
            <a:off x="4229100" y="2076450"/>
            <a:ext cx="3048000" cy="533400"/>
          </a:xfrm>
          <a:prstGeom prst="rect">
            <a:avLst/>
          </a:prstGeom>
          <a:noFill/>
          <a:ln w="0">
            <a:noFill/>
            <a:prstDash val="solid"/>
          </a:ln>
        </p:spPr>
        <p:txBody>
          <a:bodyPr wrap="square" lIns="0" tIns="0" rIns="0" bIns="0" anchor="t">
            <a:normAutofit/>
          </a:bodyPr>
          <a:lstStyle/>
          <a:p>
            <a:pPr algn="l">
              <a:defRPr sz="2100" b="1">
                <a:solidFill>
                  <a:srgbClr val="111111"/>
                </a:solidFill>
                <a:latin typeface="Yu Gothic" panose="020B0400000000000000" charset="-128"/>
                <a:ea typeface="Yu Gothic" panose="020B0400000000000000" charset="-128"/>
                <a:cs typeface="Yu Gothic" panose="020B0400000000000000" charset="-128"/>
              </a:defRPr>
            </a:pPr>
            <a:r>
              <a:rPr sz="2100" b="1">
                <a:solidFill>
                  <a:srgbClr val="111111"/>
                </a:solidFill>
                <a:latin typeface="Yu Gothic" panose="020B0400000000000000" charset="-128"/>
                <a:ea typeface="Yu Gothic" panose="020B0400000000000000" charset="-128"/>
                <a:cs typeface="Yu Gothic" panose="020B0400000000000000" charset="-128"/>
              </a:rPr>
              <a:t>2  その場で試す</a:t>
            </a:r>
            <a:endParaRPr sz="2100" b="1">
              <a:solidFill>
                <a:srgbClr val="111111"/>
              </a:solidFill>
              <a:latin typeface="Yu Gothic" panose="020B0400000000000000" charset="-128"/>
              <a:ea typeface="Yu Gothic" panose="020B0400000000000000" charset="-128"/>
              <a:cs typeface="Yu Gothic" panose="020B0400000000000000" charset="-128"/>
            </a:endParaRPr>
          </a:p>
        </p:txBody>
      </p:sp>
      <p:cxnSp>
        <p:nvCxnSpPr>
          <p:cNvPr id="24" name="直線單箭頭接點 23"/>
          <p:cNvCxnSpPr/>
          <p:nvPr/>
        </p:nvCxnSpPr>
        <p:spPr>
          <a:xfrm>
            <a:off x="4229100" y="2781300"/>
            <a:ext cx="2857500" cy="0"/>
          </a:xfrm>
          <a:prstGeom prst="straightConnector1">
            <a:avLst/>
          </a:prstGeom>
          <a:ln w="38100">
            <a:solidFill>
              <a:srgbClr val="3D8DFF"/>
            </a:solidFill>
            <a:prstDash val="solid"/>
          </a:ln>
        </p:spPr>
      </p:cxnSp>
      <p:sp>
        <p:nvSpPr>
          <p:cNvPr id="10" name="矩形 9"/>
          <p:cNvSpPr>
            <a:spLocks noGrp="1"/>
          </p:cNvSpPr>
          <p:nvPr/>
        </p:nvSpPr>
        <p:spPr>
          <a:xfrm>
            <a:off x="4229100" y="3086100"/>
            <a:ext cx="3048000" cy="1047750"/>
          </a:xfrm>
          <a:prstGeom prst="rect">
            <a:avLst/>
          </a:prstGeom>
          <a:noFill/>
          <a:ln w="0">
            <a:noFill/>
            <a:prstDash val="solid"/>
          </a:ln>
        </p:spPr>
        <p:txBody>
          <a:bodyPr wrap="square" lIns="0" tIns="0" rIns="0" bIns="0" anchor="t">
            <a:normAutofit/>
          </a:bodyPr>
          <a:lstStyle/>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WebページやTTSを</a:t>
            </a:r>
            <a:endParaRPr sz="1800" b="0">
              <a:solidFill>
                <a:srgbClr val="5D6470"/>
              </a:solidFill>
              <a:latin typeface="Yu Gothic" panose="020B0400000000000000" charset="-128"/>
              <a:ea typeface="Yu Gothic" panose="020B0400000000000000" charset="-128"/>
              <a:cs typeface="Yu Gothic" panose="020B0400000000000000" charset="-128"/>
            </a:endParaRPr>
          </a:p>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すぐプレビュー</a:t>
            </a:r>
            <a:endParaRPr sz="1800" b="0">
              <a:solidFill>
                <a:srgbClr val="5D6470"/>
              </a:solidFill>
              <a:latin typeface="Yu Gothic" panose="020B0400000000000000" charset="-128"/>
              <a:ea typeface="Yu Gothic" panose="020B0400000000000000" charset="-128"/>
              <a:cs typeface="Yu Gothic" panose="020B0400000000000000" charset="-128"/>
            </a:endParaRPr>
          </a:p>
        </p:txBody>
      </p:sp>
      <p:sp>
        <p:nvSpPr>
          <p:cNvPr id="11" name="矩形 10"/>
          <p:cNvSpPr>
            <a:spLocks noGrp="1"/>
          </p:cNvSpPr>
          <p:nvPr/>
        </p:nvSpPr>
        <p:spPr>
          <a:xfrm>
            <a:off x="7772400" y="2076450"/>
            <a:ext cx="3048000" cy="533400"/>
          </a:xfrm>
          <a:prstGeom prst="rect">
            <a:avLst/>
          </a:prstGeom>
          <a:noFill/>
          <a:ln w="0">
            <a:noFill/>
            <a:prstDash val="solid"/>
          </a:ln>
        </p:spPr>
        <p:txBody>
          <a:bodyPr wrap="square" lIns="0" tIns="0" rIns="0" bIns="0" anchor="t">
            <a:normAutofit/>
          </a:bodyPr>
          <a:lstStyle/>
          <a:p>
            <a:pPr algn="l">
              <a:defRPr sz="2100" b="1">
                <a:solidFill>
                  <a:srgbClr val="111111"/>
                </a:solidFill>
                <a:latin typeface="Yu Gothic" panose="020B0400000000000000" charset="-128"/>
                <a:ea typeface="Yu Gothic" panose="020B0400000000000000" charset="-128"/>
                <a:cs typeface="Yu Gothic" panose="020B0400000000000000" charset="-128"/>
              </a:defRPr>
            </a:pPr>
            <a:r>
              <a:rPr sz="2100" b="1">
                <a:solidFill>
                  <a:srgbClr val="111111"/>
                </a:solidFill>
                <a:latin typeface="Yu Gothic" panose="020B0400000000000000" charset="-128"/>
                <a:ea typeface="Yu Gothic" panose="020B0400000000000000" charset="-128"/>
                <a:cs typeface="Yu Gothic" panose="020B0400000000000000" charset="-128"/>
              </a:rPr>
              <a:t>3  会話で直す</a:t>
            </a:r>
            <a:endParaRPr sz="2100" b="1">
              <a:solidFill>
                <a:srgbClr val="111111"/>
              </a:solidFill>
              <a:latin typeface="Yu Gothic" panose="020B0400000000000000" charset="-128"/>
              <a:ea typeface="Yu Gothic" panose="020B0400000000000000" charset="-128"/>
              <a:cs typeface="Yu Gothic" panose="020B0400000000000000" charset="-128"/>
            </a:endParaRPr>
          </a:p>
        </p:txBody>
      </p:sp>
      <p:cxnSp>
        <p:nvCxnSpPr>
          <p:cNvPr id="27" name="直線單箭頭接點 26"/>
          <p:cNvCxnSpPr/>
          <p:nvPr/>
        </p:nvCxnSpPr>
        <p:spPr>
          <a:xfrm>
            <a:off x="7772400" y="2781300"/>
            <a:ext cx="2857500" cy="0"/>
          </a:xfrm>
          <a:prstGeom prst="straightConnector1">
            <a:avLst/>
          </a:prstGeom>
          <a:ln w="19050">
            <a:solidFill>
              <a:srgbClr val="C6CBD2"/>
            </a:solidFill>
            <a:prstDash val="solid"/>
          </a:ln>
        </p:spPr>
      </p:cxnSp>
      <p:sp>
        <p:nvSpPr>
          <p:cNvPr id="13" name="矩形 12"/>
          <p:cNvSpPr>
            <a:spLocks noGrp="1"/>
          </p:cNvSpPr>
          <p:nvPr/>
        </p:nvSpPr>
        <p:spPr>
          <a:xfrm>
            <a:off x="7772400" y="3086100"/>
            <a:ext cx="3048000" cy="1047750"/>
          </a:xfrm>
          <a:prstGeom prst="rect">
            <a:avLst/>
          </a:prstGeom>
          <a:noFill/>
          <a:ln w="0">
            <a:noFill/>
            <a:prstDash val="solid"/>
          </a:ln>
        </p:spPr>
        <p:txBody>
          <a:bodyPr wrap="square" lIns="0" tIns="0" rIns="0" bIns="0" anchor="t">
            <a:normAutofit/>
          </a:bodyPr>
          <a:lstStyle/>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学生の反応を想像し、</a:t>
            </a:r>
            <a:endParaRPr sz="1800" b="0">
              <a:solidFill>
                <a:srgbClr val="5D6470"/>
              </a:solidFill>
              <a:latin typeface="Yu Gothic" panose="020B0400000000000000" charset="-128"/>
              <a:ea typeface="Yu Gothic" panose="020B0400000000000000" charset="-128"/>
              <a:cs typeface="Yu Gothic" panose="020B0400000000000000" charset="-128"/>
            </a:endParaRPr>
          </a:p>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必要な部分だけ修正</a:t>
            </a:r>
            <a:endParaRPr sz="1800" b="0">
              <a:solidFill>
                <a:srgbClr val="5D6470"/>
              </a:solidFill>
              <a:latin typeface="Yu Gothic" panose="020B0400000000000000" charset="-128"/>
              <a:ea typeface="Yu Gothic" panose="020B0400000000000000" charset="-128"/>
              <a:cs typeface="Yu Gothic" panose="020B0400000000000000" charset="-128"/>
            </a:endParaRPr>
          </a:p>
        </p:txBody>
      </p:sp>
      <p:sp>
        <p:nvSpPr>
          <p:cNvPr id="14" name="矩形 13"/>
          <p:cNvSpPr>
            <a:spLocks noGrp="1"/>
          </p:cNvSpPr>
          <p:nvPr/>
        </p:nvSpPr>
        <p:spPr>
          <a:xfrm>
            <a:off x="685800" y="4762500"/>
            <a:ext cx="10477500" cy="514350"/>
          </a:xfrm>
          <a:prstGeom prst="rect">
            <a:avLst/>
          </a:prstGeom>
          <a:noFill/>
          <a:ln w="0">
            <a:noFill/>
            <a:prstDash val="solid"/>
          </a:ln>
        </p:spPr>
        <p:txBody>
          <a:bodyPr wrap="square" lIns="0" tIns="0" rIns="0" bIns="0" anchor="t">
            <a:normAutofit/>
          </a:bodyPr>
          <a:lstStyle/>
          <a:p>
            <a:pPr algn="l">
              <a:defRPr sz="2400" b="1">
                <a:solidFill>
                  <a:srgbClr val="111111"/>
                </a:solidFill>
                <a:latin typeface="Yu Gothic" panose="020B0400000000000000" charset="-128"/>
                <a:ea typeface="Yu Gothic" panose="020B0400000000000000" charset="-128"/>
                <a:cs typeface="Yu Gothic" panose="020B0400000000000000" charset="-128"/>
              </a:defRPr>
            </a:pPr>
            <a:r>
              <a:rPr sz="2400" b="1">
                <a:solidFill>
                  <a:srgbClr val="111111"/>
                </a:solidFill>
                <a:latin typeface="Yu Gothic" panose="020B0400000000000000" charset="-128"/>
                <a:ea typeface="Yu Gothic" panose="020B0400000000000000" charset="-128"/>
                <a:cs typeface="Yu Gothic" panose="020B0400000000000000" charset="-128"/>
              </a:rPr>
              <a:t>N1聴解テスト　／　日本語会話練習</a:t>
            </a:r>
            <a:endParaRPr sz="2400" b="1">
              <a:solidFill>
                <a:srgbClr val="111111"/>
              </a:solidFill>
              <a:latin typeface="Yu Gothic" panose="020B0400000000000000" charset="-128"/>
              <a:ea typeface="Yu Gothic" panose="020B0400000000000000" charset="-128"/>
              <a:cs typeface="Yu Gothic" panose="020B0400000000000000" charset="-128"/>
            </a:endParaRPr>
          </a:p>
        </p:txBody>
      </p:sp>
      <p:sp>
        <p:nvSpPr>
          <p:cNvPr id="15" name="矩形 14"/>
          <p:cNvSpPr>
            <a:spLocks noGrp="1"/>
          </p:cNvSpPr>
          <p:nvPr/>
        </p:nvSpPr>
        <p:spPr>
          <a:xfrm>
            <a:off x="685800" y="5391150"/>
            <a:ext cx="10477500" cy="495300"/>
          </a:xfrm>
          <a:prstGeom prst="rect">
            <a:avLst/>
          </a:prstGeom>
          <a:noFill/>
          <a:ln w="0">
            <a:noFill/>
            <a:prstDash val="solid"/>
          </a:ln>
        </p:spPr>
        <p:txBody>
          <a:bodyPr wrap="square" lIns="0" tIns="0" rIns="0" bIns="0" anchor="t">
            <a:normAutofit/>
          </a:bodyPr>
          <a:lstStyle/>
          <a:p>
            <a:pPr algn="l">
              <a:defRPr sz="1800" b="0">
                <a:solidFill>
                  <a:srgbClr val="D45D5D"/>
                </a:solidFill>
                <a:latin typeface="Yu Gothic" panose="020B0400000000000000" charset="-128"/>
                <a:ea typeface="Yu Gothic" panose="020B0400000000000000" charset="-128"/>
                <a:cs typeface="Yu Gothic" panose="020B0400000000000000" charset="-128"/>
              </a:defRPr>
            </a:pPr>
            <a:r>
              <a:rPr sz="1800" b="0">
                <a:solidFill>
                  <a:srgbClr val="D45D5D"/>
                </a:solidFill>
                <a:latin typeface="Yu Gothic" panose="020B0400000000000000" charset="-128"/>
                <a:ea typeface="Yu Gothic" panose="020B0400000000000000" charset="-128"/>
                <a:cs typeface="Yu Gothic" panose="020B0400000000000000" charset="-128"/>
              </a:rPr>
              <a:t>Prototypeは正式サービスではない。利用枠・データ・権限は別に確認する。</a:t>
            </a:r>
            <a:endParaRPr sz="1800" b="0">
              <a:solidFill>
                <a:srgbClr val="D45D5D"/>
              </a:solidFill>
              <a:latin typeface="Yu Gothic" panose="020B0400000000000000" charset="-128"/>
              <a:ea typeface="Yu Gothic" panose="020B0400000000000000" charset="-128"/>
              <a:cs typeface="Yu Gothic" panose="020B0400000000000000"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 name="矩形 3"/>
          <p:cNvSpPr>
            <a:spLocks noGrp="1"/>
          </p:cNvSpPr>
          <p:nvPr/>
        </p:nvSpPr>
        <p:spPr>
          <a:xfrm>
            <a:off x="11144250" y="6419850"/>
            <a:ext cx="514350" cy="190500"/>
          </a:xfrm>
          <a:prstGeom prst="rect">
            <a:avLst/>
          </a:prstGeom>
          <a:noFill/>
          <a:ln w="0">
            <a:noFill/>
            <a:prstDash val="solid"/>
          </a:ln>
        </p:spPr>
        <p:txBody>
          <a:bodyPr wrap="square" lIns="0" tIns="0" rIns="0" bIns="0" anchor="t">
            <a:normAutofit/>
          </a:bodyPr>
          <a:lstStyle/>
          <a:p>
            <a:pPr algn="r">
              <a:defRPr sz="1050" b="0">
                <a:solidFill>
                  <a:srgbClr val="5D6470"/>
                </a:solidFill>
                <a:latin typeface="Yu Gothic" panose="020B0400000000000000" charset="-128"/>
                <a:ea typeface="Yu Gothic" panose="020B0400000000000000" charset="-128"/>
                <a:cs typeface="Yu Gothic" panose="020B0400000000000000" charset="-128"/>
              </a:defRPr>
            </a:pPr>
            <a:r>
              <a:rPr sz="1050" b="0">
                <a:solidFill>
                  <a:srgbClr val="5D6470"/>
                </a:solidFill>
                <a:latin typeface="Yu Gothic" panose="020B0400000000000000" charset="-128"/>
                <a:ea typeface="Yu Gothic" panose="020B0400000000000000" charset="-128"/>
                <a:cs typeface="Yu Gothic" panose="020B0400000000000000" charset="-128"/>
              </a:rPr>
              <a:t>05</a:t>
            </a:r>
            <a:endParaRPr sz="1050" b="0">
              <a:solidFill>
                <a:srgbClr val="5D6470"/>
              </a:solidFill>
              <a:latin typeface="Yu Gothic" panose="020B0400000000000000" charset="-128"/>
              <a:ea typeface="Yu Gothic" panose="020B0400000000000000" charset="-128"/>
              <a:cs typeface="Yu Gothic" panose="020B0400000000000000" charset="-128"/>
            </a:endParaRPr>
          </a:p>
        </p:txBody>
      </p:sp>
      <p:sp>
        <p:nvSpPr>
          <p:cNvPr id="3" name="矩形 2"/>
          <p:cNvSpPr>
            <a:spLocks noGrp="1"/>
          </p:cNvSpPr>
          <p:nvPr/>
        </p:nvSpPr>
        <p:spPr>
          <a:xfrm>
            <a:off x="533400" y="2717165"/>
            <a:ext cx="11125200" cy="609600"/>
          </a:xfrm>
          <a:prstGeom prst="rect">
            <a:avLst/>
          </a:prstGeom>
          <a:noFill/>
          <a:ln w="0">
            <a:noFill/>
            <a:prstDash val="solid"/>
          </a:ln>
        </p:spPr>
        <p:txBody>
          <a:bodyPr wrap="square" lIns="0" tIns="0" rIns="0" bIns="0" anchor="t">
            <a:normAutofit/>
          </a:bodyPr>
          <a:p>
            <a:pPr algn="l">
              <a:defRPr sz="3450" b="1">
                <a:solidFill>
                  <a:srgbClr val="111111"/>
                </a:solidFill>
                <a:latin typeface="Yu Gothic" panose="020B0400000000000000" charset="-128"/>
                <a:ea typeface="Yu Gothic" panose="020B0400000000000000" charset="-128"/>
                <a:cs typeface="Yu Gothic" panose="020B0400000000000000" charset="-128"/>
              </a:defRPr>
            </a:pPr>
            <a:r>
              <a:rPr sz="3450" b="1">
                <a:solidFill>
                  <a:srgbClr val="111111"/>
                </a:solidFill>
                <a:latin typeface="Yu Gothic" panose="020B0400000000000000" charset="-128"/>
                <a:ea typeface="Yu Gothic" panose="020B0400000000000000" charset="-128"/>
                <a:cs typeface="Yu Gothic" panose="020B0400000000000000" charset="-128"/>
              </a:rPr>
              <a:t>サーバーが必要か考える</a:t>
            </a:r>
            <a:endParaRPr sz="3450" b="1">
              <a:solidFill>
                <a:srgbClr val="111111"/>
              </a:solidFill>
              <a:latin typeface="Yu Gothic" panose="020B0400000000000000" charset="-128"/>
              <a:ea typeface="Yu Gothic" panose="020B0400000000000000" charset="-128"/>
              <a:cs typeface="Yu Gothic" panose="020B0400000000000000" charset="-128"/>
            </a:endParaRPr>
          </a:p>
        </p:txBody>
      </p:sp>
      <p:sp>
        <p:nvSpPr>
          <p:cNvPr id="6" name="矩形 5"/>
          <p:cNvSpPr>
            <a:spLocks noGrp="1"/>
          </p:cNvSpPr>
          <p:nvPr/>
        </p:nvSpPr>
        <p:spPr>
          <a:xfrm>
            <a:off x="624840" y="3496945"/>
            <a:ext cx="7455535" cy="1458595"/>
          </a:xfrm>
          <a:prstGeom prst="rect">
            <a:avLst/>
          </a:prstGeom>
          <a:noFill/>
          <a:ln w="0">
            <a:noFill/>
            <a:prstDash val="solid"/>
          </a:ln>
        </p:spPr>
        <p:txBody>
          <a:bodyPr wrap="square" lIns="0" tIns="0" rIns="0" bIns="0" anchor="t">
            <a:normAutofit/>
          </a:bodyPr>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先ほどのAとBは、「利用時にAIが必要か」という分類でした。</a:t>
            </a:r>
            <a:endParaRPr sz="1800" b="0">
              <a:solidFill>
                <a:srgbClr val="5D6470"/>
              </a:solidFill>
              <a:latin typeface="Yu Gothic" panose="020B0400000000000000" charset="-128"/>
              <a:ea typeface="Yu Gothic" panose="020B0400000000000000" charset="-128"/>
              <a:cs typeface="Yu Gothic" panose="020B0400000000000000" charset="-128"/>
            </a:endParaRPr>
          </a:p>
          <a:p>
            <a:pPr algn="l">
              <a:defRPr sz="1800" b="0">
                <a:solidFill>
                  <a:srgbClr val="5D6470"/>
                </a:solidFill>
                <a:latin typeface="Yu Gothic" panose="020B0400000000000000" charset="-128"/>
                <a:ea typeface="Yu Gothic" panose="020B0400000000000000" charset="-128"/>
                <a:cs typeface="Yu Gothic" panose="020B0400000000000000" charset="-128"/>
              </a:defRPr>
            </a:pPr>
            <a:endParaRPr sz="1800" b="0">
              <a:solidFill>
                <a:srgbClr val="5D6470"/>
              </a:solidFill>
              <a:latin typeface="Yu Gothic" panose="020B0400000000000000" charset="-128"/>
              <a:ea typeface="Yu Gothic" panose="020B0400000000000000" charset="-128"/>
              <a:cs typeface="Yu Gothic" panose="020B0400000000000000" charset="-128"/>
            </a:endParaRPr>
          </a:p>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次は、もう一つ質問します。このツールは利用者を覚えておく必要がありますか。</a:t>
            </a:r>
            <a:endParaRPr sz="1800" b="0">
              <a:solidFill>
                <a:srgbClr val="5D6470"/>
              </a:solidFill>
              <a:latin typeface="Yu Gothic" panose="020B0400000000000000" charset="-128"/>
              <a:ea typeface="Yu Gothic" panose="020B0400000000000000" charset="-128"/>
              <a:cs typeface="Yu Gothic" panose="020B0400000000000000"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2" name="矩形 21"/>
          <p:cNvSpPr>
            <a:spLocks noGrp="1"/>
          </p:cNvSpPr>
          <p:nvPr/>
        </p:nvSpPr>
        <p:spPr>
          <a:xfrm>
            <a:off x="533400" y="285750"/>
            <a:ext cx="34290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Yu Gothic" panose="020B0400000000000000" charset="-128"/>
                <a:ea typeface="Yu Gothic" panose="020B0400000000000000" charset="-128"/>
                <a:cs typeface="Yu Gothic" panose="020B0400000000000000" charset="-128"/>
              </a:defRPr>
            </a:pPr>
            <a:r>
              <a:rPr sz="1200" b="1">
                <a:solidFill>
                  <a:srgbClr val="3D8DFF"/>
                </a:solidFill>
                <a:latin typeface="Yu Gothic" panose="020B0400000000000000" charset="-128"/>
                <a:ea typeface="Yu Gothic" panose="020B0400000000000000" charset="-128"/>
                <a:cs typeface="Yu Gothic" panose="020B0400000000000000" charset="-128"/>
              </a:rPr>
              <a:t>2｜技術を理解する</a:t>
            </a:r>
            <a:endParaRPr sz="1200" b="1">
              <a:solidFill>
                <a:srgbClr val="3D8DFF"/>
              </a:solidFill>
              <a:latin typeface="Yu Gothic" panose="020B0400000000000000" charset="-128"/>
              <a:ea typeface="Yu Gothic" panose="020B0400000000000000" charset="-128"/>
              <a:cs typeface="Yu Gothic" panose="020B0400000000000000" charset="-128"/>
            </a:endParaRPr>
          </a:p>
        </p:txBody>
      </p:sp>
      <p:sp>
        <p:nvSpPr>
          <p:cNvPr id="2" name="矩形 1"/>
          <p:cNvSpPr>
            <a:spLocks noGrp="1"/>
          </p:cNvSpPr>
          <p:nvPr/>
        </p:nvSpPr>
        <p:spPr>
          <a:xfrm>
            <a:off x="533400" y="628650"/>
            <a:ext cx="11125200" cy="609600"/>
          </a:xfrm>
          <a:prstGeom prst="rect">
            <a:avLst/>
          </a:prstGeom>
          <a:noFill/>
          <a:ln w="0">
            <a:noFill/>
            <a:prstDash val="solid"/>
          </a:ln>
        </p:spPr>
        <p:txBody>
          <a:bodyPr wrap="square" lIns="0" tIns="0" rIns="0" bIns="0" anchor="t">
            <a:normAutofit/>
          </a:bodyPr>
          <a:lstStyle/>
          <a:p>
            <a:pPr algn="l">
              <a:defRPr sz="3450" b="1">
                <a:solidFill>
                  <a:srgbClr val="111111"/>
                </a:solidFill>
                <a:latin typeface="Yu Gothic" panose="020B0400000000000000" charset="-128"/>
                <a:ea typeface="Yu Gothic" panose="020B0400000000000000" charset="-128"/>
                <a:cs typeface="Yu Gothic" panose="020B0400000000000000" charset="-128"/>
              </a:defRPr>
            </a:pPr>
            <a:r>
              <a:rPr sz="3450" b="1">
                <a:solidFill>
                  <a:srgbClr val="111111"/>
                </a:solidFill>
                <a:latin typeface="Yu Gothic" panose="020B0400000000000000" charset="-128"/>
                <a:ea typeface="Yu Gothic" panose="020B0400000000000000" charset="-128"/>
                <a:cs typeface="Yu Gothic" panose="020B0400000000000000" charset="-128"/>
              </a:rPr>
              <a:t>サーバーの話は、レストランで考える</a:t>
            </a:r>
            <a:endParaRPr sz="3450" b="1">
              <a:solidFill>
                <a:srgbClr val="111111"/>
              </a:solidFill>
              <a:latin typeface="Yu Gothic" panose="020B0400000000000000" charset="-128"/>
              <a:ea typeface="Yu Gothic" panose="020B0400000000000000" charset="-128"/>
              <a:cs typeface="Yu Gothic" panose="020B0400000000000000" charset="-128"/>
            </a:endParaRPr>
          </a:p>
        </p:txBody>
      </p:sp>
      <p:cxnSp>
        <p:nvCxnSpPr>
          <p:cNvPr id="24" name="直線單箭頭接點 23"/>
          <p:cNvCxnSpPr/>
          <p:nvPr/>
        </p:nvCxnSpPr>
        <p:spPr>
          <a:xfrm>
            <a:off x="533400" y="1371600"/>
            <a:ext cx="11125200" cy="0"/>
          </a:xfrm>
          <a:prstGeom prst="straightConnector1">
            <a:avLst/>
          </a:prstGeom>
          <a:ln w="9525">
            <a:solidFill>
              <a:srgbClr val="C6CBD2"/>
            </a:solidFill>
            <a:prstDash val="solid"/>
          </a:ln>
        </p:spPr>
      </p:cxnSp>
      <p:sp>
        <p:nvSpPr>
          <p:cNvPr id="4" name="矩形 3"/>
          <p:cNvSpPr>
            <a:spLocks noGrp="1"/>
          </p:cNvSpPr>
          <p:nvPr/>
        </p:nvSpPr>
        <p:spPr>
          <a:xfrm>
            <a:off x="11144250" y="6419850"/>
            <a:ext cx="514350" cy="190500"/>
          </a:xfrm>
          <a:prstGeom prst="rect">
            <a:avLst/>
          </a:prstGeom>
          <a:noFill/>
          <a:ln w="0">
            <a:noFill/>
            <a:prstDash val="solid"/>
          </a:ln>
        </p:spPr>
        <p:txBody>
          <a:bodyPr wrap="square" lIns="0" tIns="0" rIns="0" bIns="0" anchor="t">
            <a:normAutofit/>
          </a:bodyPr>
          <a:lstStyle/>
          <a:p>
            <a:pPr algn="r">
              <a:defRPr sz="1050" b="0">
                <a:solidFill>
                  <a:srgbClr val="5D6470"/>
                </a:solidFill>
                <a:latin typeface="Yu Gothic" panose="020B0400000000000000" charset="-128"/>
                <a:ea typeface="Yu Gothic" panose="020B0400000000000000" charset="-128"/>
                <a:cs typeface="Yu Gothic" panose="020B0400000000000000" charset="-128"/>
              </a:defRPr>
            </a:pPr>
            <a:r>
              <a:rPr sz="1050" b="0">
                <a:solidFill>
                  <a:srgbClr val="5D6470"/>
                </a:solidFill>
                <a:latin typeface="Yu Gothic" panose="020B0400000000000000" charset="-128"/>
                <a:ea typeface="Yu Gothic" panose="020B0400000000000000" charset="-128"/>
                <a:cs typeface="Yu Gothic" panose="020B0400000000000000" charset="-128"/>
              </a:rPr>
              <a:t>06</a:t>
            </a:r>
            <a:endParaRPr sz="1050" b="0">
              <a:solidFill>
                <a:srgbClr val="5D6470"/>
              </a:solidFill>
              <a:latin typeface="Yu Gothic" panose="020B0400000000000000" charset="-128"/>
              <a:ea typeface="Yu Gothic" panose="020B0400000000000000" charset="-128"/>
              <a:cs typeface="Yu Gothic" panose="020B0400000000000000" charset="-128"/>
            </a:endParaRPr>
          </a:p>
        </p:txBody>
      </p:sp>
      <p:sp>
        <p:nvSpPr>
          <p:cNvPr id="5" name="矩形 4"/>
          <p:cNvSpPr>
            <a:spLocks noGrp="1"/>
          </p:cNvSpPr>
          <p:nvPr/>
        </p:nvSpPr>
        <p:spPr>
          <a:xfrm>
            <a:off x="685800" y="1809750"/>
            <a:ext cx="2952750" cy="495300"/>
          </a:xfrm>
          <a:prstGeom prst="rect">
            <a:avLst/>
          </a:prstGeom>
          <a:noFill/>
          <a:ln w="0">
            <a:noFill/>
            <a:prstDash val="solid"/>
          </a:ln>
        </p:spPr>
        <p:txBody>
          <a:bodyPr wrap="square" lIns="0" tIns="0" rIns="0" bIns="0" anchor="t">
            <a:normAutofit/>
          </a:bodyPr>
          <a:lstStyle/>
          <a:p>
            <a:pPr algn="l">
              <a:defRPr sz="2100" b="1">
                <a:solidFill>
                  <a:srgbClr val="111111"/>
                </a:solidFill>
                <a:latin typeface="Yu Gothic" panose="020B0400000000000000" charset="-128"/>
                <a:ea typeface="Yu Gothic" panose="020B0400000000000000" charset="-128"/>
                <a:cs typeface="Yu Gothic" panose="020B0400000000000000" charset="-128"/>
              </a:defRPr>
            </a:pPr>
            <a:r>
              <a:rPr sz="2100" b="1">
                <a:solidFill>
                  <a:srgbClr val="111111"/>
                </a:solidFill>
                <a:latin typeface="Yu Gothic" panose="020B0400000000000000" charset="-128"/>
                <a:ea typeface="Yu Gothic" panose="020B0400000000000000" charset="-128"/>
                <a:cs typeface="Yu Gothic" panose="020B0400000000000000" charset="-128"/>
              </a:rPr>
              <a:t>フロントエンド</a:t>
            </a:r>
            <a:endParaRPr sz="2100" b="1">
              <a:solidFill>
                <a:srgbClr val="111111"/>
              </a:solidFill>
              <a:latin typeface="Yu Gothic" panose="020B0400000000000000" charset="-128"/>
              <a:ea typeface="Yu Gothic" panose="020B0400000000000000" charset="-128"/>
              <a:cs typeface="Yu Gothic" panose="020B0400000000000000" charset="-128"/>
            </a:endParaRPr>
          </a:p>
        </p:txBody>
      </p:sp>
      <p:sp>
        <p:nvSpPr>
          <p:cNvPr id="6" name="矩形 5"/>
          <p:cNvSpPr>
            <a:spLocks noGrp="1"/>
          </p:cNvSpPr>
          <p:nvPr/>
        </p:nvSpPr>
        <p:spPr>
          <a:xfrm>
            <a:off x="3848100" y="1809750"/>
            <a:ext cx="2476500" cy="495300"/>
          </a:xfrm>
          <a:prstGeom prst="rect">
            <a:avLst/>
          </a:prstGeom>
          <a:noFill/>
          <a:ln w="0">
            <a:noFill/>
            <a:prstDash val="solid"/>
          </a:ln>
        </p:spPr>
        <p:txBody>
          <a:bodyPr wrap="square" lIns="0" tIns="0" rIns="0" bIns="0" anchor="t">
            <a:normAutofit/>
          </a:bodyPr>
          <a:lstStyle/>
          <a:p>
            <a:pPr algn="l">
              <a:defRPr sz="1950" b="1">
                <a:solidFill>
                  <a:srgbClr val="111111"/>
                </a:solidFill>
                <a:latin typeface="Yu Gothic" panose="020B0400000000000000" charset="-128"/>
                <a:ea typeface="Yu Gothic" panose="020B0400000000000000" charset="-128"/>
                <a:cs typeface="Yu Gothic" panose="020B0400000000000000" charset="-128"/>
              </a:defRPr>
            </a:pPr>
            <a:r>
              <a:rPr sz="1950" b="1">
                <a:solidFill>
                  <a:srgbClr val="111111"/>
                </a:solidFill>
                <a:latin typeface="Yu Gothic" panose="020B0400000000000000" charset="-128"/>
                <a:ea typeface="Yu Gothic" panose="020B0400000000000000" charset="-128"/>
                <a:cs typeface="Yu Gothic" panose="020B0400000000000000" charset="-128"/>
              </a:rPr>
              <a:t>内装とメニュー</a:t>
            </a:r>
            <a:endParaRPr sz="1950" b="1">
              <a:solidFill>
                <a:srgbClr val="111111"/>
              </a:solidFill>
              <a:latin typeface="Yu Gothic" panose="020B0400000000000000" charset="-128"/>
              <a:ea typeface="Yu Gothic" panose="020B0400000000000000" charset="-128"/>
              <a:cs typeface="Yu Gothic" panose="020B0400000000000000" charset="-128"/>
            </a:endParaRPr>
          </a:p>
        </p:txBody>
      </p:sp>
      <p:sp>
        <p:nvSpPr>
          <p:cNvPr id="7" name="矩形 6"/>
          <p:cNvSpPr>
            <a:spLocks noGrp="1"/>
          </p:cNvSpPr>
          <p:nvPr/>
        </p:nvSpPr>
        <p:spPr>
          <a:xfrm>
            <a:off x="6591300" y="1809750"/>
            <a:ext cx="4572000" cy="495300"/>
          </a:xfrm>
          <a:prstGeom prst="rect">
            <a:avLst/>
          </a:prstGeom>
          <a:noFill/>
          <a:ln w="0">
            <a:noFill/>
            <a:prstDash val="solid"/>
          </a:ln>
        </p:spPr>
        <p:txBody>
          <a:bodyPr wrap="square" lIns="0" tIns="0" rIns="0" bIns="0" anchor="t">
            <a:normAutofit/>
          </a:bodyPr>
          <a:lstStyle/>
          <a:p>
            <a:pPr algn="l">
              <a:defRPr sz="1725" b="0">
                <a:solidFill>
                  <a:srgbClr val="5D6470"/>
                </a:solidFill>
                <a:latin typeface="Yu Gothic" panose="020B0400000000000000" charset="-128"/>
                <a:ea typeface="Yu Gothic" panose="020B0400000000000000" charset="-128"/>
                <a:cs typeface="Yu Gothic" panose="020B0400000000000000" charset="-128"/>
              </a:defRPr>
            </a:pPr>
            <a:r>
              <a:rPr sz="1725" b="0">
                <a:solidFill>
                  <a:srgbClr val="5D6470"/>
                </a:solidFill>
                <a:latin typeface="Yu Gothic" panose="020B0400000000000000" charset="-128"/>
                <a:ea typeface="Yu Gothic" panose="020B0400000000000000" charset="-128"/>
                <a:cs typeface="Yu Gothic" panose="020B0400000000000000" charset="-128"/>
              </a:rPr>
              <a:t>学生が見て操作する画面</a:t>
            </a:r>
            <a:endParaRPr sz="1725" b="0">
              <a:solidFill>
                <a:srgbClr val="5D6470"/>
              </a:solidFill>
              <a:latin typeface="Yu Gothic" panose="020B0400000000000000" charset="-128"/>
              <a:ea typeface="Yu Gothic" panose="020B0400000000000000" charset="-128"/>
              <a:cs typeface="Yu Gothic" panose="020B0400000000000000" charset="-128"/>
            </a:endParaRPr>
          </a:p>
        </p:txBody>
      </p:sp>
      <p:cxnSp>
        <p:nvCxnSpPr>
          <p:cNvPr id="29" name="直線單箭頭接點 28"/>
          <p:cNvCxnSpPr/>
          <p:nvPr/>
        </p:nvCxnSpPr>
        <p:spPr>
          <a:xfrm>
            <a:off x="685800" y="2457450"/>
            <a:ext cx="10477500" cy="0"/>
          </a:xfrm>
          <a:prstGeom prst="straightConnector1">
            <a:avLst/>
          </a:prstGeom>
          <a:ln w="9525">
            <a:solidFill>
              <a:srgbClr val="C6CBD2"/>
            </a:solidFill>
            <a:prstDash val="solid"/>
          </a:ln>
        </p:spPr>
      </p:cxnSp>
      <p:sp>
        <p:nvSpPr>
          <p:cNvPr id="9" name="矩形 8"/>
          <p:cNvSpPr>
            <a:spLocks noGrp="1"/>
          </p:cNvSpPr>
          <p:nvPr/>
        </p:nvSpPr>
        <p:spPr>
          <a:xfrm>
            <a:off x="685800" y="2800350"/>
            <a:ext cx="2952750" cy="495300"/>
          </a:xfrm>
          <a:prstGeom prst="rect">
            <a:avLst/>
          </a:prstGeom>
          <a:noFill/>
          <a:ln w="0">
            <a:noFill/>
            <a:prstDash val="solid"/>
          </a:ln>
        </p:spPr>
        <p:txBody>
          <a:bodyPr wrap="square" lIns="0" tIns="0" rIns="0" bIns="0" anchor="t">
            <a:normAutofit/>
          </a:bodyPr>
          <a:lstStyle/>
          <a:p>
            <a:pPr algn="l">
              <a:defRPr sz="2100" b="1">
                <a:solidFill>
                  <a:srgbClr val="111111"/>
                </a:solidFill>
                <a:latin typeface="Yu Gothic" panose="020B0400000000000000" charset="-128"/>
                <a:ea typeface="Yu Gothic" panose="020B0400000000000000" charset="-128"/>
                <a:cs typeface="Yu Gothic" panose="020B0400000000000000" charset="-128"/>
              </a:defRPr>
            </a:pPr>
            <a:r>
              <a:rPr sz="2100" b="1">
                <a:solidFill>
                  <a:srgbClr val="111111"/>
                </a:solidFill>
                <a:latin typeface="Yu Gothic" panose="020B0400000000000000" charset="-128"/>
                <a:ea typeface="Yu Gothic" panose="020B0400000000000000" charset="-128"/>
                <a:cs typeface="Yu Gothic" panose="020B0400000000000000" charset="-128"/>
              </a:rPr>
              <a:t>バックエンド</a:t>
            </a:r>
            <a:endParaRPr sz="2100" b="1">
              <a:solidFill>
                <a:srgbClr val="111111"/>
              </a:solidFill>
              <a:latin typeface="Yu Gothic" panose="020B0400000000000000" charset="-128"/>
              <a:ea typeface="Yu Gothic" panose="020B0400000000000000" charset="-128"/>
              <a:cs typeface="Yu Gothic" panose="020B0400000000000000" charset="-128"/>
            </a:endParaRPr>
          </a:p>
        </p:txBody>
      </p:sp>
      <p:sp>
        <p:nvSpPr>
          <p:cNvPr id="10" name="矩形 9"/>
          <p:cNvSpPr>
            <a:spLocks noGrp="1"/>
          </p:cNvSpPr>
          <p:nvPr/>
        </p:nvSpPr>
        <p:spPr>
          <a:xfrm>
            <a:off x="3848100" y="2800350"/>
            <a:ext cx="2476500" cy="495300"/>
          </a:xfrm>
          <a:prstGeom prst="rect">
            <a:avLst/>
          </a:prstGeom>
          <a:noFill/>
          <a:ln w="0">
            <a:noFill/>
            <a:prstDash val="solid"/>
          </a:ln>
        </p:spPr>
        <p:txBody>
          <a:bodyPr wrap="square" lIns="0" tIns="0" rIns="0" bIns="0" anchor="t">
            <a:normAutofit/>
          </a:bodyPr>
          <a:lstStyle/>
          <a:p>
            <a:pPr algn="l">
              <a:defRPr sz="1950" b="1">
                <a:solidFill>
                  <a:srgbClr val="111111"/>
                </a:solidFill>
                <a:latin typeface="Yu Gothic" panose="020B0400000000000000" charset="-128"/>
                <a:ea typeface="Yu Gothic" panose="020B0400000000000000" charset="-128"/>
                <a:cs typeface="Yu Gothic" panose="020B0400000000000000" charset="-128"/>
              </a:defRPr>
            </a:pPr>
            <a:r>
              <a:rPr sz="1950" b="1">
                <a:solidFill>
                  <a:srgbClr val="111111"/>
                </a:solidFill>
                <a:latin typeface="Yu Gothic" panose="020B0400000000000000" charset="-128"/>
                <a:ea typeface="Yu Gothic" panose="020B0400000000000000" charset="-128"/>
                <a:cs typeface="Yu Gothic" panose="020B0400000000000000" charset="-128"/>
              </a:rPr>
              <a:t>厨房</a:t>
            </a:r>
            <a:endParaRPr sz="1950" b="1">
              <a:solidFill>
                <a:srgbClr val="111111"/>
              </a:solidFill>
              <a:latin typeface="Yu Gothic" panose="020B0400000000000000" charset="-128"/>
              <a:ea typeface="Yu Gothic" panose="020B0400000000000000" charset="-128"/>
              <a:cs typeface="Yu Gothic" panose="020B0400000000000000" charset="-128"/>
            </a:endParaRPr>
          </a:p>
        </p:txBody>
      </p:sp>
      <p:sp>
        <p:nvSpPr>
          <p:cNvPr id="11" name="矩形 10"/>
          <p:cNvSpPr>
            <a:spLocks noGrp="1"/>
          </p:cNvSpPr>
          <p:nvPr/>
        </p:nvSpPr>
        <p:spPr>
          <a:xfrm>
            <a:off x="6591300" y="2800350"/>
            <a:ext cx="4572000" cy="495300"/>
          </a:xfrm>
          <a:prstGeom prst="rect">
            <a:avLst/>
          </a:prstGeom>
          <a:noFill/>
          <a:ln w="0">
            <a:noFill/>
            <a:prstDash val="solid"/>
          </a:ln>
        </p:spPr>
        <p:txBody>
          <a:bodyPr wrap="square" lIns="0" tIns="0" rIns="0" bIns="0" anchor="t">
            <a:normAutofit/>
          </a:bodyPr>
          <a:lstStyle/>
          <a:p>
            <a:pPr algn="l">
              <a:defRPr sz="1725" b="0">
                <a:solidFill>
                  <a:srgbClr val="5D6470"/>
                </a:solidFill>
                <a:latin typeface="Yu Gothic" panose="020B0400000000000000" charset="-128"/>
                <a:ea typeface="Yu Gothic" panose="020B0400000000000000" charset="-128"/>
                <a:cs typeface="Yu Gothic" panose="020B0400000000000000" charset="-128"/>
              </a:defRPr>
            </a:pPr>
            <a:r>
              <a:rPr lang="en-US" sz="1725" b="0">
                <a:solidFill>
                  <a:srgbClr val="5D6470"/>
                </a:solidFill>
                <a:latin typeface="Yu Gothic" panose="020B0400000000000000" charset="-128"/>
                <a:ea typeface="Yu Gothic" panose="020B0400000000000000" charset="-128"/>
                <a:cs typeface="Yu Gothic" panose="020B0400000000000000" charset="-128"/>
              </a:rPr>
              <a:t>Lon in</a:t>
            </a:r>
            <a:r>
              <a:rPr sz="1725" b="0">
                <a:solidFill>
                  <a:srgbClr val="5D6470"/>
                </a:solidFill>
                <a:latin typeface="Yu Gothic" panose="020B0400000000000000" charset="-128"/>
                <a:ea typeface="Yu Gothic" panose="020B0400000000000000" charset="-128"/>
                <a:cs typeface="Yu Gothic" panose="020B0400000000000000" charset="-128"/>
              </a:rPr>
              <a:t>・計算</a:t>
            </a:r>
            <a:r>
              <a:rPr>
                <a:sym typeface="+mn-ea"/>
              </a:rPr>
              <a:t>・</a:t>
            </a:r>
            <a:r>
              <a:rPr lang="en-US">
                <a:sym typeface="+mn-ea"/>
              </a:rPr>
              <a:t>Save ....</a:t>
            </a:r>
            <a:endParaRPr lang="en-US" sz="1725" b="0">
              <a:solidFill>
                <a:srgbClr val="5D6470"/>
              </a:solidFill>
              <a:latin typeface="Yu Gothic" panose="020B0400000000000000" charset="-128"/>
              <a:ea typeface="Yu Gothic" panose="020B0400000000000000" charset="-128"/>
              <a:cs typeface="Yu Gothic" panose="020B0400000000000000" charset="-128"/>
              <a:sym typeface="+mn-ea"/>
            </a:endParaRPr>
          </a:p>
        </p:txBody>
      </p:sp>
      <p:cxnSp>
        <p:nvCxnSpPr>
          <p:cNvPr id="33" name="直線單箭頭接點 32"/>
          <p:cNvCxnSpPr/>
          <p:nvPr/>
        </p:nvCxnSpPr>
        <p:spPr>
          <a:xfrm>
            <a:off x="685800" y="3448050"/>
            <a:ext cx="10477500" cy="0"/>
          </a:xfrm>
          <a:prstGeom prst="straightConnector1">
            <a:avLst/>
          </a:prstGeom>
          <a:ln w="9525">
            <a:solidFill>
              <a:srgbClr val="C6CBD2"/>
            </a:solidFill>
            <a:prstDash val="solid"/>
          </a:ln>
        </p:spPr>
      </p:cxnSp>
      <p:sp>
        <p:nvSpPr>
          <p:cNvPr id="13" name="矩形 12"/>
          <p:cNvSpPr>
            <a:spLocks noGrp="1"/>
          </p:cNvSpPr>
          <p:nvPr/>
        </p:nvSpPr>
        <p:spPr>
          <a:xfrm>
            <a:off x="685800" y="3790950"/>
            <a:ext cx="2952750" cy="495300"/>
          </a:xfrm>
          <a:prstGeom prst="rect">
            <a:avLst/>
          </a:prstGeom>
          <a:noFill/>
          <a:ln w="0">
            <a:noFill/>
            <a:prstDash val="solid"/>
          </a:ln>
        </p:spPr>
        <p:txBody>
          <a:bodyPr wrap="square" lIns="0" tIns="0" rIns="0" bIns="0" anchor="t">
            <a:normAutofit/>
          </a:bodyPr>
          <a:lstStyle/>
          <a:p>
            <a:pPr algn="l">
              <a:defRPr sz="2100" b="1">
                <a:solidFill>
                  <a:srgbClr val="111111"/>
                </a:solidFill>
                <a:latin typeface="Yu Gothic" panose="020B0400000000000000" charset="-128"/>
                <a:ea typeface="Yu Gothic" panose="020B0400000000000000" charset="-128"/>
                <a:cs typeface="Yu Gothic" panose="020B0400000000000000" charset="-128"/>
              </a:defRPr>
            </a:pPr>
            <a:r>
              <a:rPr sz="2100" b="1">
                <a:solidFill>
                  <a:srgbClr val="111111"/>
                </a:solidFill>
                <a:latin typeface="Yu Gothic" panose="020B0400000000000000" charset="-128"/>
                <a:ea typeface="Yu Gothic" panose="020B0400000000000000" charset="-128"/>
                <a:cs typeface="Yu Gothic" panose="020B0400000000000000" charset="-128"/>
              </a:rPr>
              <a:t>データベース</a:t>
            </a:r>
            <a:endParaRPr sz="2100" b="1">
              <a:solidFill>
                <a:srgbClr val="111111"/>
              </a:solidFill>
              <a:latin typeface="Yu Gothic" panose="020B0400000000000000" charset="-128"/>
              <a:ea typeface="Yu Gothic" panose="020B0400000000000000" charset="-128"/>
              <a:cs typeface="Yu Gothic" panose="020B0400000000000000" charset="-128"/>
            </a:endParaRPr>
          </a:p>
        </p:txBody>
      </p:sp>
      <p:sp>
        <p:nvSpPr>
          <p:cNvPr id="14" name="矩形 13"/>
          <p:cNvSpPr>
            <a:spLocks noGrp="1"/>
          </p:cNvSpPr>
          <p:nvPr/>
        </p:nvSpPr>
        <p:spPr>
          <a:xfrm>
            <a:off x="3848100" y="3790950"/>
            <a:ext cx="2476500" cy="495300"/>
          </a:xfrm>
          <a:prstGeom prst="rect">
            <a:avLst/>
          </a:prstGeom>
          <a:noFill/>
          <a:ln w="0">
            <a:noFill/>
            <a:prstDash val="solid"/>
          </a:ln>
        </p:spPr>
        <p:txBody>
          <a:bodyPr wrap="square" lIns="0" tIns="0" rIns="0" bIns="0" anchor="t">
            <a:normAutofit/>
          </a:bodyPr>
          <a:lstStyle/>
          <a:p>
            <a:pPr algn="l">
              <a:defRPr sz="1950" b="1">
                <a:solidFill>
                  <a:srgbClr val="111111"/>
                </a:solidFill>
                <a:latin typeface="Yu Gothic" panose="020B0400000000000000" charset="-128"/>
                <a:ea typeface="Yu Gothic" panose="020B0400000000000000" charset="-128"/>
                <a:cs typeface="Yu Gothic" panose="020B0400000000000000" charset="-128"/>
              </a:defRPr>
            </a:pPr>
            <a:r>
              <a:rPr sz="1950" b="1">
                <a:solidFill>
                  <a:srgbClr val="111111"/>
                </a:solidFill>
                <a:latin typeface="Yu Gothic" panose="020B0400000000000000" charset="-128"/>
                <a:ea typeface="Yu Gothic" panose="020B0400000000000000" charset="-128"/>
                <a:cs typeface="Yu Gothic" panose="020B0400000000000000" charset="-128"/>
              </a:rPr>
              <a:t>冷蔵庫と帳簿</a:t>
            </a:r>
            <a:endParaRPr sz="1950" b="1">
              <a:solidFill>
                <a:srgbClr val="111111"/>
              </a:solidFill>
              <a:latin typeface="Yu Gothic" panose="020B0400000000000000" charset="-128"/>
              <a:ea typeface="Yu Gothic" panose="020B0400000000000000" charset="-128"/>
              <a:cs typeface="Yu Gothic" panose="020B0400000000000000" charset="-128"/>
            </a:endParaRPr>
          </a:p>
        </p:txBody>
      </p:sp>
      <p:sp>
        <p:nvSpPr>
          <p:cNvPr id="15" name="矩形 14"/>
          <p:cNvSpPr>
            <a:spLocks noGrp="1"/>
          </p:cNvSpPr>
          <p:nvPr/>
        </p:nvSpPr>
        <p:spPr>
          <a:xfrm>
            <a:off x="6591300" y="3790950"/>
            <a:ext cx="4572000" cy="495300"/>
          </a:xfrm>
          <a:prstGeom prst="rect">
            <a:avLst/>
          </a:prstGeom>
          <a:noFill/>
          <a:ln w="0">
            <a:noFill/>
            <a:prstDash val="solid"/>
          </a:ln>
        </p:spPr>
        <p:txBody>
          <a:bodyPr wrap="square" lIns="0" tIns="0" rIns="0" bIns="0" anchor="t">
            <a:normAutofit/>
          </a:bodyPr>
          <a:lstStyle/>
          <a:p>
            <a:pPr algn="l">
              <a:defRPr sz="1725" b="0">
                <a:solidFill>
                  <a:srgbClr val="5D6470"/>
                </a:solidFill>
                <a:latin typeface="Yu Gothic" panose="020B0400000000000000" charset="-128"/>
                <a:ea typeface="Yu Gothic" panose="020B0400000000000000" charset="-128"/>
                <a:cs typeface="Yu Gothic" panose="020B0400000000000000" charset="-128"/>
              </a:defRPr>
            </a:pPr>
            <a:r>
              <a:rPr sz="1725" b="0">
                <a:solidFill>
                  <a:srgbClr val="5D6470"/>
                </a:solidFill>
                <a:latin typeface="Yu Gothic" panose="020B0400000000000000" charset="-128"/>
                <a:ea typeface="Yu Gothic" panose="020B0400000000000000" charset="-128"/>
                <a:cs typeface="Yu Gothic" panose="020B0400000000000000" charset="-128"/>
              </a:rPr>
              <a:t>会員・教材・学習履歴</a:t>
            </a:r>
            <a:endParaRPr sz="1725" b="0">
              <a:solidFill>
                <a:srgbClr val="5D6470"/>
              </a:solidFill>
              <a:latin typeface="Yu Gothic" panose="020B0400000000000000" charset="-128"/>
              <a:ea typeface="Yu Gothic" panose="020B0400000000000000" charset="-128"/>
              <a:cs typeface="Yu Gothic" panose="020B0400000000000000" charset="-128"/>
            </a:endParaRPr>
          </a:p>
        </p:txBody>
      </p:sp>
      <p:cxnSp>
        <p:nvCxnSpPr>
          <p:cNvPr id="37" name="直線單箭頭接點 36"/>
          <p:cNvCxnSpPr/>
          <p:nvPr/>
        </p:nvCxnSpPr>
        <p:spPr>
          <a:xfrm>
            <a:off x="685800" y="4438650"/>
            <a:ext cx="10477500" cy="0"/>
          </a:xfrm>
          <a:prstGeom prst="straightConnector1">
            <a:avLst/>
          </a:prstGeom>
          <a:ln w="9525">
            <a:solidFill>
              <a:srgbClr val="C6CBD2"/>
            </a:solidFill>
            <a:prstDash val="solid"/>
          </a:ln>
        </p:spPr>
      </p:cxnSp>
      <p:sp>
        <p:nvSpPr>
          <p:cNvPr id="17" name="矩形 16"/>
          <p:cNvSpPr>
            <a:spLocks noGrp="1"/>
          </p:cNvSpPr>
          <p:nvPr/>
        </p:nvSpPr>
        <p:spPr>
          <a:xfrm>
            <a:off x="685800" y="4781550"/>
            <a:ext cx="2952750" cy="495300"/>
          </a:xfrm>
          <a:prstGeom prst="rect">
            <a:avLst/>
          </a:prstGeom>
          <a:noFill/>
          <a:ln w="0">
            <a:noFill/>
            <a:prstDash val="solid"/>
          </a:ln>
        </p:spPr>
        <p:txBody>
          <a:bodyPr wrap="square" lIns="0" tIns="0" rIns="0" bIns="0" anchor="t">
            <a:normAutofit/>
          </a:bodyPr>
          <a:lstStyle/>
          <a:p>
            <a:pPr algn="l">
              <a:defRPr sz="2100" b="1">
                <a:solidFill>
                  <a:srgbClr val="3D8DFF"/>
                </a:solidFill>
                <a:latin typeface="Yu Gothic" panose="020B0400000000000000" charset="-128"/>
                <a:ea typeface="Yu Gothic" panose="020B0400000000000000" charset="-128"/>
                <a:cs typeface="Yu Gothic" panose="020B0400000000000000" charset="-128"/>
              </a:defRPr>
            </a:pPr>
            <a:r>
              <a:rPr sz="2100" b="1">
                <a:solidFill>
                  <a:srgbClr val="3D8DFF"/>
                </a:solidFill>
                <a:latin typeface="Yu Gothic" panose="020B0400000000000000" charset="-128"/>
                <a:ea typeface="Yu Gothic" panose="020B0400000000000000" charset="-128"/>
                <a:cs typeface="Yu Gothic" panose="020B0400000000000000" charset="-128"/>
              </a:rPr>
              <a:t>サーバー／クラウド</a:t>
            </a:r>
            <a:endParaRPr sz="2100" b="1">
              <a:solidFill>
                <a:srgbClr val="3D8DFF"/>
              </a:solidFill>
              <a:latin typeface="Yu Gothic" panose="020B0400000000000000" charset="-128"/>
              <a:ea typeface="Yu Gothic" panose="020B0400000000000000" charset="-128"/>
              <a:cs typeface="Yu Gothic" panose="020B0400000000000000" charset="-128"/>
            </a:endParaRPr>
          </a:p>
        </p:txBody>
      </p:sp>
      <p:sp>
        <p:nvSpPr>
          <p:cNvPr id="18" name="矩形 17"/>
          <p:cNvSpPr>
            <a:spLocks noGrp="1"/>
          </p:cNvSpPr>
          <p:nvPr/>
        </p:nvSpPr>
        <p:spPr>
          <a:xfrm>
            <a:off x="3848100" y="4781550"/>
            <a:ext cx="2476500" cy="495300"/>
          </a:xfrm>
          <a:prstGeom prst="rect">
            <a:avLst/>
          </a:prstGeom>
          <a:noFill/>
          <a:ln w="0">
            <a:noFill/>
            <a:prstDash val="solid"/>
          </a:ln>
        </p:spPr>
        <p:txBody>
          <a:bodyPr wrap="square" lIns="0" tIns="0" rIns="0" bIns="0" anchor="t">
            <a:normAutofit/>
          </a:bodyPr>
          <a:lstStyle/>
          <a:p>
            <a:pPr algn="l">
              <a:defRPr sz="1950" b="1">
                <a:solidFill>
                  <a:srgbClr val="111111"/>
                </a:solidFill>
                <a:latin typeface="Yu Gothic" panose="020B0400000000000000" charset="-128"/>
                <a:ea typeface="Yu Gothic" panose="020B0400000000000000" charset="-128"/>
                <a:cs typeface="Yu Gothic" panose="020B0400000000000000" charset="-128"/>
              </a:defRPr>
            </a:pPr>
            <a:r>
              <a:rPr sz="1950" b="1">
                <a:solidFill>
                  <a:srgbClr val="111111"/>
                </a:solidFill>
                <a:latin typeface="Yu Gothic" panose="020B0400000000000000" charset="-128"/>
                <a:ea typeface="Yu Gothic" panose="020B0400000000000000" charset="-128"/>
                <a:cs typeface="Yu Gothic" panose="020B0400000000000000" charset="-128"/>
              </a:rPr>
              <a:t>場所と設備</a:t>
            </a:r>
            <a:endParaRPr sz="1950" b="1">
              <a:solidFill>
                <a:srgbClr val="111111"/>
              </a:solidFill>
              <a:latin typeface="Yu Gothic" panose="020B0400000000000000" charset="-128"/>
              <a:ea typeface="Yu Gothic" panose="020B0400000000000000" charset="-128"/>
              <a:cs typeface="Yu Gothic" panose="020B0400000000000000" charset="-128"/>
            </a:endParaRPr>
          </a:p>
        </p:txBody>
      </p:sp>
      <p:sp>
        <p:nvSpPr>
          <p:cNvPr id="19" name="矩形 18"/>
          <p:cNvSpPr>
            <a:spLocks noGrp="1"/>
          </p:cNvSpPr>
          <p:nvPr/>
        </p:nvSpPr>
        <p:spPr>
          <a:xfrm>
            <a:off x="6591300" y="4781550"/>
            <a:ext cx="4572000" cy="495300"/>
          </a:xfrm>
          <a:prstGeom prst="rect">
            <a:avLst/>
          </a:prstGeom>
          <a:noFill/>
          <a:ln w="0">
            <a:noFill/>
            <a:prstDash val="solid"/>
          </a:ln>
        </p:spPr>
        <p:txBody>
          <a:bodyPr wrap="square" lIns="0" tIns="0" rIns="0" bIns="0" anchor="t">
            <a:normAutofit/>
          </a:bodyPr>
          <a:lstStyle/>
          <a:p>
            <a:pPr algn="l">
              <a:defRPr sz="1725" b="0">
                <a:solidFill>
                  <a:srgbClr val="5D6470"/>
                </a:solidFill>
                <a:latin typeface="Yu Gothic" panose="020B0400000000000000" charset="-128"/>
                <a:ea typeface="Yu Gothic" panose="020B0400000000000000" charset="-128"/>
                <a:cs typeface="Yu Gothic" panose="020B0400000000000000" charset="-128"/>
              </a:defRPr>
            </a:pPr>
            <a:r>
              <a:rPr sz="1725" b="0">
                <a:solidFill>
                  <a:srgbClr val="5D6470"/>
                </a:solidFill>
                <a:latin typeface="Yu Gothic" panose="020B0400000000000000" charset="-128"/>
                <a:ea typeface="Yu Gothic" panose="020B0400000000000000" charset="-128"/>
                <a:cs typeface="Yu Gothic" panose="020B0400000000000000" charset="-128"/>
              </a:rPr>
              <a:t>サービスを継続して動かす</a:t>
            </a:r>
            <a:endParaRPr sz="1725" b="0">
              <a:solidFill>
                <a:srgbClr val="5D6470"/>
              </a:solidFill>
              <a:latin typeface="Yu Gothic" panose="020B0400000000000000" charset="-128"/>
              <a:ea typeface="Yu Gothic" panose="020B0400000000000000" charset="-128"/>
              <a:cs typeface="Yu Gothic" panose="020B0400000000000000" charset="-128"/>
            </a:endParaRPr>
          </a:p>
        </p:txBody>
      </p:sp>
      <p:cxnSp>
        <p:nvCxnSpPr>
          <p:cNvPr id="41" name="直線單箭頭接點 40"/>
          <p:cNvCxnSpPr/>
          <p:nvPr/>
        </p:nvCxnSpPr>
        <p:spPr>
          <a:xfrm>
            <a:off x="685800" y="5429250"/>
            <a:ext cx="10477500" cy="0"/>
          </a:xfrm>
          <a:prstGeom prst="straightConnector1">
            <a:avLst/>
          </a:prstGeom>
          <a:ln w="9525">
            <a:solidFill>
              <a:srgbClr val="C6CBD2"/>
            </a:solidFill>
            <a:prstDash val="solid"/>
          </a:ln>
        </p:spPr>
      </p:cxnSp>
      <p:sp>
        <p:nvSpPr>
          <p:cNvPr id="21" name="矩形 20"/>
          <p:cNvSpPr>
            <a:spLocks noGrp="1"/>
          </p:cNvSpPr>
          <p:nvPr/>
        </p:nvSpPr>
        <p:spPr>
          <a:xfrm>
            <a:off x="685800" y="5628640"/>
            <a:ext cx="10477500" cy="419100"/>
          </a:xfrm>
          <a:prstGeom prst="rect">
            <a:avLst/>
          </a:prstGeom>
          <a:noFill/>
          <a:ln w="0">
            <a:noFill/>
            <a:prstDash val="solid"/>
          </a:ln>
        </p:spPr>
        <p:txBody>
          <a:bodyPr wrap="square" lIns="0" tIns="0" rIns="0" bIns="0" anchor="t">
            <a:normAutofit/>
          </a:bodyPr>
          <a:lstStyle/>
          <a:p>
            <a:pPr algn="l">
              <a:defRPr sz="1950" b="1">
                <a:solidFill>
                  <a:srgbClr val="3D8DFF"/>
                </a:solidFill>
                <a:latin typeface="Yu Gothic" panose="020B0400000000000000" charset="-128"/>
                <a:ea typeface="Yu Gothic" panose="020B0400000000000000" charset="-128"/>
                <a:cs typeface="Yu Gothic" panose="020B0400000000000000" charset="-128"/>
              </a:defRPr>
            </a:pPr>
            <a:r>
              <a:rPr sz="1950" b="1">
                <a:solidFill>
                  <a:srgbClr val="3D8DFF"/>
                </a:solidFill>
                <a:latin typeface="Yu Gothic" panose="020B0400000000000000" charset="-128"/>
                <a:ea typeface="Yu Gothic" panose="020B0400000000000000" charset="-128"/>
                <a:cs typeface="Yu Gothic" panose="020B0400000000000000" charset="-128"/>
              </a:rPr>
              <a:t>ログイン・保存・決済・AI API Key → バックエンドが必要</a:t>
            </a:r>
            <a:endParaRPr sz="1950" b="1">
              <a:solidFill>
                <a:srgbClr val="3D8DFF"/>
              </a:solidFill>
              <a:latin typeface="Yu Gothic" panose="020B0400000000000000" charset="-128"/>
              <a:ea typeface="Yu Gothic" panose="020B0400000000000000" charset="-128"/>
              <a:cs typeface="Yu Gothic" panose="020B0400000000000000" charset="-128"/>
            </a:endParaRPr>
          </a:p>
        </p:txBody>
      </p:sp>
      <p:sp>
        <p:nvSpPr>
          <p:cNvPr id="3" name="矩形 2"/>
          <p:cNvSpPr>
            <a:spLocks noGrp="1"/>
          </p:cNvSpPr>
          <p:nvPr/>
        </p:nvSpPr>
        <p:spPr>
          <a:xfrm>
            <a:off x="685800" y="6191250"/>
            <a:ext cx="10477500" cy="419100"/>
          </a:xfrm>
          <a:prstGeom prst="rect">
            <a:avLst/>
          </a:prstGeom>
          <a:noFill/>
          <a:ln w="0">
            <a:noFill/>
            <a:prstDash val="solid"/>
          </a:ln>
        </p:spPr>
        <p:txBody>
          <a:bodyPr wrap="square" lIns="0" tIns="0" rIns="0" bIns="0" anchor="t">
            <a:normAutofit/>
          </a:bodyPr>
          <a:p>
            <a:pPr algn="l">
              <a:defRPr sz="1950" b="1">
                <a:solidFill>
                  <a:srgbClr val="3D8DFF"/>
                </a:solidFill>
                <a:latin typeface="Yu Gothic" panose="020B0400000000000000" charset="-128"/>
                <a:ea typeface="Yu Gothic" panose="020B0400000000000000" charset="-128"/>
                <a:cs typeface="Yu Gothic" panose="020B0400000000000000" charset="-128"/>
              </a:defRPr>
            </a:pPr>
            <a:r>
              <a:rPr sz="1950" b="1">
                <a:solidFill>
                  <a:srgbClr val="3D8DFF"/>
                </a:solidFill>
                <a:latin typeface="Yu Gothic" panose="020B0400000000000000" charset="-128"/>
                <a:ea typeface="Yu Gothic" panose="020B0400000000000000" charset="-128"/>
                <a:cs typeface="Yu Gothic" panose="020B0400000000000000" charset="-128"/>
              </a:rPr>
              <a:t>Google SheetとGoogle Apps Scriptの組み合わせは、比較的始めやすく低コストな方法です</a:t>
            </a:r>
            <a:endParaRPr sz="1950" b="1">
              <a:solidFill>
                <a:srgbClr val="3D8DFF"/>
              </a:solidFill>
              <a:latin typeface="Yu Gothic" panose="020B0400000000000000" charset="-128"/>
              <a:ea typeface="Yu Gothic" panose="020B0400000000000000" charset="-128"/>
              <a:cs typeface="Yu Gothic" panose="020B0400000000000000"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2" name="矩形 21"/>
          <p:cNvSpPr>
            <a:spLocks noGrp="1"/>
          </p:cNvSpPr>
          <p:nvPr/>
        </p:nvSpPr>
        <p:spPr>
          <a:xfrm>
            <a:off x="533400" y="285750"/>
            <a:ext cx="34290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Yu Gothic" panose="020B0400000000000000" charset="-128"/>
                <a:ea typeface="Yu Gothic" panose="020B0400000000000000" charset="-128"/>
                <a:cs typeface="Yu Gothic" panose="020B0400000000000000" charset="-128"/>
              </a:defRPr>
            </a:pPr>
            <a:r>
              <a:rPr sz="1200" b="1">
                <a:solidFill>
                  <a:srgbClr val="3D8DFF"/>
                </a:solidFill>
                <a:latin typeface="Yu Gothic" panose="020B0400000000000000" charset="-128"/>
                <a:ea typeface="Yu Gothic" panose="020B0400000000000000" charset="-128"/>
                <a:cs typeface="Yu Gothic" panose="020B0400000000000000" charset="-128"/>
              </a:rPr>
              <a:t>2｜技術を理解する</a:t>
            </a:r>
            <a:endParaRPr sz="1200" b="1">
              <a:solidFill>
                <a:srgbClr val="3D8DFF"/>
              </a:solidFill>
              <a:latin typeface="Yu Gothic" panose="020B0400000000000000" charset="-128"/>
              <a:ea typeface="Yu Gothic" panose="020B0400000000000000" charset="-128"/>
              <a:cs typeface="Yu Gothic" panose="020B0400000000000000" charset="-128"/>
            </a:endParaRPr>
          </a:p>
        </p:txBody>
      </p:sp>
      <p:sp>
        <p:nvSpPr>
          <p:cNvPr id="2" name="矩形 1"/>
          <p:cNvSpPr>
            <a:spLocks noGrp="1"/>
          </p:cNvSpPr>
          <p:nvPr/>
        </p:nvSpPr>
        <p:spPr>
          <a:xfrm>
            <a:off x="533400" y="628650"/>
            <a:ext cx="11125200" cy="609600"/>
          </a:xfrm>
          <a:prstGeom prst="rect">
            <a:avLst/>
          </a:prstGeom>
          <a:noFill/>
          <a:ln w="0">
            <a:noFill/>
            <a:prstDash val="solid"/>
          </a:ln>
        </p:spPr>
        <p:txBody>
          <a:bodyPr wrap="square" lIns="0" tIns="0" rIns="0" bIns="0" anchor="t">
            <a:normAutofit/>
          </a:bodyPr>
          <a:lstStyle/>
          <a:p>
            <a:pPr algn="l">
              <a:defRPr sz="3450" b="1">
                <a:solidFill>
                  <a:srgbClr val="111111"/>
                </a:solidFill>
                <a:latin typeface="Yu Gothic" panose="020B0400000000000000" charset="-128"/>
                <a:ea typeface="Yu Gothic" panose="020B0400000000000000" charset="-128"/>
                <a:cs typeface="Yu Gothic" panose="020B0400000000000000" charset="-128"/>
              </a:defRPr>
            </a:pPr>
            <a:r>
              <a:rPr sz="3450" b="1">
                <a:solidFill>
                  <a:srgbClr val="111111"/>
                </a:solidFill>
                <a:latin typeface="Yu Gothic" panose="020B0400000000000000" charset="-128"/>
                <a:ea typeface="Yu Gothic" panose="020B0400000000000000" charset="-128"/>
                <a:cs typeface="Yu Gothic" panose="020B0400000000000000" charset="-128"/>
              </a:rPr>
              <a:t>作りたいものは、どのレベルか</a:t>
            </a:r>
            <a:endParaRPr sz="3450" b="1">
              <a:solidFill>
                <a:srgbClr val="111111"/>
              </a:solidFill>
              <a:latin typeface="Yu Gothic" panose="020B0400000000000000" charset="-128"/>
              <a:ea typeface="Yu Gothic" panose="020B0400000000000000" charset="-128"/>
              <a:cs typeface="Yu Gothic" panose="020B0400000000000000" charset="-128"/>
            </a:endParaRPr>
          </a:p>
        </p:txBody>
      </p:sp>
      <p:cxnSp>
        <p:nvCxnSpPr>
          <p:cNvPr id="24" name="直線單箭頭接點 23"/>
          <p:cNvCxnSpPr/>
          <p:nvPr/>
        </p:nvCxnSpPr>
        <p:spPr>
          <a:xfrm>
            <a:off x="533400" y="1371600"/>
            <a:ext cx="11125200" cy="0"/>
          </a:xfrm>
          <a:prstGeom prst="straightConnector1">
            <a:avLst/>
          </a:prstGeom>
          <a:ln w="9525">
            <a:solidFill>
              <a:srgbClr val="C6CBD2"/>
            </a:solidFill>
            <a:prstDash val="solid"/>
          </a:ln>
        </p:spPr>
      </p:cxnSp>
      <p:sp>
        <p:nvSpPr>
          <p:cNvPr id="4" name="矩形 3"/>
          <p:cNvSpPr>
            <a:spLocks noGrp="1"/>
          </p:cNvSpPr>
          <p:nvPr/>
        </p:nvSpPr>
        <p:spPr>
          <a:xfrm>
            <a:off x="11144250" y="6419850"/>
            <a:ext cx="514350" cy="190500"/>
          </a:xfrm>
          <a:prstGeom prst="rect">
            <a:avLst/>
          </a:prstGeom>
          <a:noFill/>
          <a:ln w="0">
            <a:noFill/>
            <a:prstDash val="solid"/>
          </a:ln>
        </p:spPr>
        <p:txBody>
          <a:bodyPr wrap="square" lIns="0" tIns="0" rIns="0" bIns="0" anchor="t">
            <a:normAutofit/>
          </a:bodyPr>
          <a:lstStyle/>
          <a:p>
            <a:pPr algn="r">
              <a:defRPr sz="1050" b="0">
                <a:solidFill>
                  <a:srgbClr val="5D6470"/>
                </a:solidFill>
                <a:latin typeface="Yu Gothic" panose="020B0400000000000000" charset="-128"/>
                <a:ea typeface="Yu Gothic" panose="020B0400000000000000" charset="-128"/>
                <a:cs typeface="Yu Gothic" panose="020B0400000000000000" charset="-128"/>
              </a:defRPr>
            </a:pPr>
            <a:r>
              <a:rPr sz="1050" b="0">
                <a:solidFill>
                  <a:srgbClr val="5D6470"/>
                </a:solidFill>
                <a:latin typeface="Yu Gothic" panose="020B0400000000000000" charset="-128"/>
                <a:ea typeface="Yu Gothic" panose="020B0400000000000000" charset="-128"/>
                <a:cs typeface="Yu Gothic" panose="020B0400000000000000" charset="-128"/>
              </a:rPr>
              <a:t>07</a:t>
            </a:r>
            <a:endParaRPr sz="1050" b="0">
              <a:solidFill>
                <a:srgbClr val="5D6470"/>
              </a:solidFill>
              <a:latin typeface="Yu Gothic" panose="020B0400000000000000" charset="-128"/>
              <a:ea typeface="Yu Gothic" panose="020B0400000000000000" charset="-128"/>
              <a:cs typeface="Yu Gothic" panose="020B0400000000000000" charset="-128"/>
            </a:endParaRPr>
          </a:p>
        </p:txBody>
      </p:sp>
      <p:sp>
        <p:nvSpPr>
          <p:cNvPr id="5" name="圓角矩形 4"/>
          <p:cNvSpPr>
            <a:spLocks noGrp="1"/>
          </p:cNvSpPr>
          <p:nvPr/>
        </p:nvSpPr>
        <p:spPr>
          <a:xfrm>
            <a:off x="685800" y="1695450"/>
            <a:ext cx="685800" cy="685800"/>
          </a:xfrm>
          <a:prstGeom prst="roundRect">
            <a:avLst>
              <a:gd name="adj" fmla="val 11111"/>
            </a:avLst>
          </a:prstGeom>
          <a:solidFill>
            <a:srgbClr val="EAF6FC"/>
          </a:solidFill>
          <a:ln w="0">
            <a:noFill/>
            <a:prstDash val="solid"/>
          </a:ln>
        </p:spPr>
        <p:txBody>
          <a:bodyPr wrap="square" lIns="0" tIns="0" rIns="0" bIns="0" anchor="ctr">
            <a:normAutofit/>
          </a:bodyPr>
          <a:lstStyle/>
          <a:p>
            <a:pPr algn="ctr">
              <a:defRPr sz="3300" b="1">
                <a:solidFill>
                  <a:srgbClr val="3D8DFF"/>
                </a:solidFill>
                <a:latin typeface="Yu Gothic" panose="020B0400000000000000" charset="-128"/>
                <a:ea typeface="Yu Gothic" panose="020B0400000000000000" charset="-128"/>
                <a:cs typeface="Yu Gothic" panose="020B0400000000000000" charset="-128"/>
              </a:defRPr>
            </a:pPr>
            <a:r>
              <a:rPr sz="3300" b="1">
                <a:solidFill>
                  <a:srgbClr val="3D8DFF"/>
                </a:solidFill>
                <a:latin typeface="Yu Gothic" panose="020B0400000000000000" charset="-128"/>
                <a:ea typeface="Yu Gothic" panose="020B0400000000000000" charset="-128"/>
                <a:cs typeface="Yu Gothic" panose="020B0400000000000000" charset="-128"/>
              </a:rPr>
              <a:t>1</a:t>
            </a:r>
            <a:endParaRPr sz="3300" b="1">
              <a:solidFill>
                <a:srgbClr val="3D8DFF"/>
              </a:solidFill>
              <a:latin typeface="Yu Gothic" panose="020B0400000000000000" charset="-128"/>
              <a:ea typeface="Yu Gothic" panose="020B0400000000000000" charset="-128"/>
              <a:cs typeface="Yu Gothic" panose="020B0400000000000000" charset="-128"/>
            </a:endParaRPr>
          </a:p>
        </p:txBody>
      </p:sp>
      <p:sp>
        <p:nvSpPr>
          <p:cNvPr id="6" name="矩形 5"/>
          <p:cNvSpPr>
            <a:spLocks noGrp="1"/>
          </p:cNvSpPr>
          <p:nvPr/>
        </p:nvSpPr>
        <p:spPr>
          <a:xfrm>
            <a:off x="1676400" y="1733550"/>
            <a:ext cx="2857500" cy="361950"/>
          </a:xfrm>
          <a:prstGeom prst="rect">
            <a:avLst/>
          </a:prstGeom>
          <a:noFill/>
          <a:ln w="0">
            <a:noFill/>
            <a:prstDash val="solid"/>
          </a:ln>
        </p:spPr>
        <p:txBody>
          <a:bodyPr wrap="square" lIns="0" tIns="0" rIns="0" bIns="0" anchor="t">
            <a:normAutofit/>
          </a:bodyPr>
          <a:lstStyle/>
          <a:p>
            <a:pPr algn="l">
              <a:defRPr sz="2100" b="1">
                <a:solidFill>
                  <a:srgbClr val="111111"/>
                </a:solidFill>
                <a:latin typeface="Yu Gothic" panose="020B0400000000000000" charset="-128"/>
                <a:ea typeface="Yu Gothic" panose="020B0400000000000000" charset="-128"/>
                <a:cs typeface="Yu Gothic" panose="020B0400000000000000" charset="-128"/>
              </a:defRPr>
            </a:pPr>
            <a:r>
              <a:rPr sz="2100" b="1">
                <a:solidFill>
                  <a:srgbClr val="111111"/>
                </a:solidFill>
                <a:latin typeface="Yu Gothic" panose="020B0400000000000000" charset="-128"/>
                <a:ea typeface="Yu Gothic" panose="020B0400000000000000" charset="-128"/>
                <a:cs typeface="Yu Gothic" panose="020B0400000000000000" charset="-128"/>
              </a:rPr>
              <a:t>授業用・自分用</a:t>
            </a:r>
            <a:endParaRPr sz="2100" b="1">
              <a:solidFill>
                <a:srgbClr val="111111"/>
              </a:solidFill>
              <a:latin typeface="Yu Gothic" panose="020B0400000000000000" charset="-128"/>
              <a:ea typeface="Yu Gothic" panose="020B0400000000000000" charset="-128"/>
              <a:cs typeface="Yu Gothic" panose="020B0400000000000000" charset="-128"/>
            </a:endParaRPr>
          </a:p>
        </p:txBody>
      </p:sp>
      <p:sp>
        <p:nvSpPr>
          <p:cNvPr id="7" name="矩形 6"/>
          <p:cNvSpPr>
            <a:spLocks noGrp="1"/>
          </p:cNvSpPr>
          <p:nvPr/>
        </p:nvSpPr>
        <p:spPr>
          <a:xfrm>
            <a:off x="4762500" y="1733550"/>
            <a:ext cx="2952750" cy="361950"/>
          </a:xfrm>
          <a:prstGeom prst="rect">
            <a:avLst/>
          </a:prstGeom>
          <a:noFill/>
          <a:ln w="0">
            <a:noFill/>
            <a:prstDash val="solid"/>
          </a:ln>
        </p:spPr>
        <p:txBody>
          <a:bodyPr wrap="square" lIns="0" tIns="0" rIns="0" bIns="0" anchor="t">
            <a:normAutofit/>
          </a:bodyPr>
          <a:lstStyle/>
          <a:p>
            <a:pPr algn="l">
              <a:defRPr sz="1725" b="0">
                <a:solidFill>
                  <a:srgbClr val="5D6470"/>
                </a:solidFill>
                <a:latin typeface="Yu Gothic" panose="020B0400000000000000" charset="-128"/>
                <a:ea typeface="Yu Gothic" panose="020B0400000000000000" charset="-128"/>
                <a:cs typeface="Yu Gothic" panose="020B0400000000000000" charset="-128"/>
              </a:defRPr>
            </a:pPr>
            <a:r>
              <a:rPr sz="1725" b="0">
                <a:solidFill>
                  <a:srgbClr val="5D6470"/>
                </a:solidFill>
                <a:latin typeface="Yu Gothic" panose="020B0400000000000000" charset="-128"/>
                <a:ea typeface="Yu Gothic" panose="020B0400000000000000" charset="-128"/>
                <a:cs typeface="Yu Gothic" panose="020B0400000000000000" charset="-128"/>
              </a:rPr>
              <a:t>静的サイト／保存なし</a:t>
            </a:r>
            <a:endParaRPr sz="1725" b="0">
              <a:solidFill>
                <a:srgbClr val="5D6470"/>
              </a:solidFill>
              <a:latin typeface="Yu Gothic" panose="020B0400000000000000" charset="-128"/>
              <a:ea typeface="Yu Gothic" panose="020B0400000000000000" charset="-128"/>
              <a:cs typeface="Yu Gothic" panose="020B0400000000000000" charset="-128"/>
            </a:endParaRPr>
          </a:p>
        </p:txBody>
      </p:sp>
      <p:sp>
        <p:nvSpPr>
          <p:cNvPr id="8" name="矩形 7"/>
          <p:cNvSpPr>
            <a:spLocks noGrp="1"/>
          </p:cNvSpPr>
          <p:nvPr/>
        </p:nvSpPr>
        <p:spPr>
          <a:xfrm>
            <a:off x="8058150" y="1733550"/>
            <a:ext cx="3143250" cy="361950"/>
          </a:xfrm>
          <a:prstGeom prst="rect">
            <a:avLst/>
          </a:prstGeom>
          <a:noFill/>
          <a:ln w="0">
            <a:noFill/>
            <a:prstDash val="solid"/>
          </a:ln>
        </p:spPr>
        <p:txBody>
          <a:bodyPr wrap="square" lIns="0" tIns="0" rIns="0" bIns="0" anchor="t">
            <a:normAutofit/>
          </a:bodyPr>
          <a:lstStyle/>
          <a:p>
            <a:pPr algn="l">
              <a:defRPr sz="1725" b="0">
                <a:solidFill>
                  <a:srgbClr val="5D6470"/>
                </a:solidFill>
                <a:latin typeface="Yu Gothic" panose="020B0400000000000000" charset="-128"/>
                <a:ea typeface="Yu Gothic" panose="020B0400000000000000" charset="-128"/>
                <a:cs typeface="Yu Gothic" panose="020B0400000000000000" charset="-128"/>
              </a:defRPr>
            </a:pPr>
            <a:r>
              <a:rPr sz="1725" b="0">
                <a:solidFill>
                  <a:srgbClr val="5D6470"/>
                </a:solidFill>
                <a:latin typeface="Yu Gothic" panose="020B0400000000000000" charset="-128"/>
                <a:ea typeface="Yu Gothic" panose="020B0400000000000000" charset="-128"/>
                <a:cs typeface="Yu Gothic" panose="020B0400000000000000" charset="-128"/>
              </a:rPr>
              <a:t>漢字練習・教材生成</a:t>
            </a:r>
            <a:endParaRPr sz="1725" b="0">
              <a:solidFill>
                <a:srgbClr val="5D6470"/>
              </a:solidFill>
              <a:latin typeface="Yu Gothic" panose="020B0400000000000000" charset="-128"/>
              <a:ea typeface="Yu Gothic" panose="020B0400000000000000" charset="-128"/>
              <a:cs typeface="Yu Gothic" panose="020B0400000000000000" charset="-128"/>
            </a:endParaRPr>
          </a:p>
        </p:txBody>
      </p:sp>
      <p:sp>
        <p:nvSpPr>
          <p:cNvPr id="9" name="圓角矩形 8"/>
          <p:cNvSpPr>
            <a:spLocks noGrp="1"/>
          </p:cNvSpPr>
          <p:nvPr/>
        </p:nvSpPr>
        <p:spPr>
          <a:xfrm>
            <a:off x="685800" y="2762250"/>
            <a:ext cx="685800" cy="685800"/>
          </a:xfrm>
          <a:prstGeom prst="roundRect">
            <a:avLst>
              <a:gd name="adj" fmla="val 11111"/>
            </a:avLst>
          </a:prstGeom>
          <a:solidFill>
            <a:srgbClr val="EAF6FC"/>
          </a:solidFill>
          <a:ln w="0">
            <a:noFill/>
            <a:prstDash val="solid"/>
          </a:ln>
        </p:spPr>
        <p:txBody>
          <a:bodyPr wrap="square" lIns="0" tIns="0" rIns="0" bIns="0" anchor="ctr">
            <a:normAutofit/>
          </a:bodyPr>
          <a:lstStyle/>
          <a:p>
            <a:pPr algn="ctr">
              <a:defRPr sz="3300" b="1">
                <a:solidFill>
                  <a:srgbClr val="3D8DFF"/>
                </a:solidFill>
                <a:latin typeface="Yu Gothic" panose="020B0400000000000000" charset="-128"/>
                <a:ea typeface="Yu Gothic" panose="020B0400000000000000" charset="-128"/>
                <a:cs typeface="Yu Gothic" panose="020B0400000000000000" charset="-128"/>
              </a:defRPr>
            </a:pPr>
            <a:r>
              <a:rPr sz="3300" b="1">
                <a:solidFill>
                  <a:srgbClr val="3D8DFF"/>
                </a:solidFill>
                <a:latin typeface="Yu Gothic" panose="020B0400000000000000" charset="-128"/>
                <a:ea typeface="Yu Gothic" panose="020B0400000000000000" charset="-128"/>
                <a:cs typeface="Yu Gothic" panose="020B0400000000000000" charset="-128"/>
              </a:rPr>
              <a:t>2</a:t>
            </a:r>
            <a:endParaRPr sz="3300" b="1">
              <a:solidFill>
                <a:srgbClr val="3D8DFF"/>
              </a:solidFill>
              <a:latin typeface="Yu Gothic" panose="020B0400000000000000" charset="-128"/>
              <a:ea typeface="Yu Gothic" panose="020B0400000000000000" charset="-128"/>
              <a:cs typeface="Yu Gothic" panose="020B0400000000000000" charset="-128"/>
            </a:endParaRPr>
          </a:p>
        </p:txBody>
      </p:sp>
      <p:sp>
        <p:nvSpPr>
          <p:cNvPr id="10" name="矩形 9"/>
          <p:cNvSpPr>
            <a:spLocks noGrp="1"/>
          </p:cNvSpPr>
          <p:nvPr/>
        </p:nvSpPr>
        <p:spPr>
          <a:xfrm>
            <a:off x="1676400" y="2800350"/>
            <a:ext cx="2857500" cy="361950"/>
          </a:xfrm>
          <a:prstGeom prst="rect">
            <a:avLst/>
          </a:prstGeom>
          <a:noFill/>
          <a:ln w="0">
            <a:noFill/>
            <a:prstDash val="solid"/>
          </a:ln>
        </p:spPr>
        <p:txBody>
          <a:bodyPr wrap="square" lIns="0" tIns="0" rIns="0" bIns="0" anchor="t">
            <a:normAutofit/>
          </a:bodyPr>
          <a:lstStyle/>
          <a:p>
            <a:pPr algn="l">
              <a:defRPr sz="2100" b="1">
                <a:solidFill>
                  <a:srgbClr val="111111"/>
                </a:solidFill>
                <a:latin typeface="Yu Gothic" panose="020B0400000000000000" charset="-128"/>
                <a:ea typeface="Yu Gothic" panose="020B0400000000000000" charset="-128"/>
                <a:cs typeface="Yu Gothic" panose="020B0400000000000000" charset="-128"/>
              </a:defRPr>
            </a:pPr>
            <a:r>
              <a:rPr sz="2100" b="1">
                <a:solidFill>
                  <a:srgbClr val="111111"/>
                </a:solidFill>
                <a:latin typeface="Yu Gothic" panose="020B0400000000000000" charset="-128"/>
                <a:ea typeface="Yu Gothic" panose="020B0400000000000000" charset="-128"/>
                <a:cs typeface="Yu Gothic" panose="020B0400000000000000" charset="-128"/>
              </a:rPr>
              <a:t>小規模な学生向け</a:t>
            </a:r>
            <a:endParaRPr sz="2100" b="1">
              <a:solidFill>
                <a:srgbClr val="111111"/>
              </a:solidFill>
              <a:latin typeface="Yu Gothic" panose="020B0400000000000000" charset="-128"/>
              <a:ea typeface="Yu Gothic" panose="020B0400000000000000" charset="-128"/>
              <a:cs typeface="Yu Gothic" panose="020B0400000000000000" charset="-128"/>
            </a:endParaRPr>
          </a:p>
        </p:txBody>
      </p:sp>
      <p:sp>
        <p:nvSpPr>
          <p:cNvPr id="11" name="矩形 10"/>
          <p:cNvSpPr>
            <a:spLocks noGrp="1"/>
          </p:cNvSpPr>
          <p:nvPr/>
        </p:nvSpPr>
        <p:spPr>
          <a:xfrm>
            <a:off x="4762500" y="2800350"/>
            <a:ext cx="2952750" cy="361950"/>
          </a:xfrm>
          <a:prstGeom prst="rect">
            <a:avLst/>
          </a:prstGeom>
          <a:noFill/>
          <a:ln w="0">
            <a:noFill/>
            <a:prstDash val="solid"/>
          </a:ln>
        </p:spPr>
        <p:txBody>
          <a:bodyPr wrap="square" lIns="0" tIns="0" rIns="0" bIns="0" anchor="t">
            <a:normAutofit/>
          </a:bodyPr>
          <a:lstStyle/>
          <a:p>
            <a:pPr algn="l">
              <a:defRPr sz="1725" b="0">
                <a:solidFill>
                  <a:srgbClr val="5D6470"/>
                </a:solidFill>
                <a:latin typeface="Yu Gothic" panose="020B0400000000000000" charset="-128"/>
                <a:ea typeface="Yu Gothic" panose="020B0400000000000000" charset="-128"/>
                <a:cs typeface="Yu Gothic" panose="020B0400000000000000" charset="-128"/>
              </a:defRPr>
            </a:pPr>
            <a:r>
              <a:rPr sz="1725" b="0">
                <a:solidFill>
                  <a:srgbClr val="5D6470"/>
                </a:solidFill>
                <a:latin typeface="Yu Gothic" panose="020B0400000000000000" charset="-128"/>
                <a:ea typeface="Yu Gothic" panose="020B0400000000000000" charset="-128"/>
                <a:cs typeface="Yu Gothic" panose="020B0400000000000000" charset="-128"/>
              </a:rPr>
              <a:t>学生データを保存</a:t>
            </a:r>
            <a:endParaRPr sz="1725" b="0">
              <a:solidFill>
                <a:srgbClr val="5D6470"/>
              </a:solidFill>
              <a:latin typeface="Yu Gothic" panose="020B0400000000000000" charset="-128"/>
              <a:ea typeface="Yu Gothic" panose="020B0400000000000000" charset="-128"/>
              <a:cs typeface="Yu Gothic" panose="020B0400000000000000" charset="-128"/>
            </a:endParaRPr>
          </a:p>
        </p:txBody>
      </p:sp>
      <p:sp>
        <p:nvSpPr>
          <p:cNvPr id="12" name="矩形 11"/>
          <p:cNvSpPr>
            <a:spLocks noGrp="1"/>
          </p:cNvSpPr>
          <p:nvPr/>
        </p:nvSpPr>
        <p:spPr>
          <a:xfrm>
            <a:off x="8058150" y="2800350"/>
            <a:ext cx="3143250" cy="361950"/>
          </a:xfrm>
          <a:prstGeom prst="rect">
            <a:avLst/>
          </a:prstGeom>
          <a:noFill/>
          <a:ln w="0">
            <a:noFill/>
            <a:prstDash val="solid"/>
          </a:ln>
        </p:spPr>
        <p:txBody>
          <a:bodyPr wrap="square" lIns="0" tIns="0" rIns="0" bIns="0" anchor="t">
            <a:normAutofit/>
          </a:bodyPr>
          <a:lstStyle/>
          <a:p>
            <a:pPr algn="l">
              <a:defRPr sz="1725" b="0">
                <a:solidFill>
                  <a:srgbClr val="5D6470"/>
                </a:solidFill>
                <a:latin typeface="Yu Gothic" panose="020B0400000000000000" charset="-128"/>
                <a:ea typeface="Yu Gothic" panose="020B0400000000000000" charset="-128"/>
                <a:cs typeface="Yu Gothic" panose="020B0400000000000000" charset="-128"/>
              </a:defRPr>
            </a:pPr>
            <a:r>
              <a:rPr sz="1725" b="0">
                <a:solidFill>
                  <a:srgbClr val="5D6470"/>
                </a:solidFill>
                <a:latin typeface="Yu Gothic" panose="020B0400000000000000" charset="-128"/>
                <a:ea typeface="Yu Gothic" panose="020B0400000000000000" charset="-128"/>
                <a:cs typeface="Yu Gothic" panose="020B0400000000000000" charset="-128"/>
              </a:rPr>
              <a:t>Google Sheet＋GAS</a:t>
            </a:r>
            <a:endParaRPr sz="1725" b="0">
              <a:solidFill>
                <a:srgbClr val="5D6470"/>
              </a:solidFill>
              <a:latin typeface="Yu Gothic" panose="020B0400000000000000" charset="-128"/>
              <a:ea typeface="Yu Gothic" panose="020B0400000000000000" charset="-128"/>
              <a:cs typeface="Yu Gothic" panose="020B0400000000000000" charset="-128"/>
            </a:endParaRPr>
          </a:p>
        </p:txBody>
      </p:sp>
      <p:sp>
        <p:nvSpPr>
          <p:cNvPr id="13" name="圓角矩形 12"/>
          <p:cNvSpPr>
            <a:spLocks noGrp="1"/>
          </p:cNvSpPr>
          <p:nvPr/>
        </p:nvSpPr>
        <p:spPr>
          <a:xfrm>
            <a:off x="685800" y="3829050"/>
            <a:ext cx="685800" cy="685800"/>
          </a:xfrm>
          <a:prstGeom prst="roundRect">
            <a:avLst>
              <a:gd name="adj" fmla="val 11111"/>
            </a:avLst>
          </a:prstGeom>
          <a:solidFill>
            <a:srgbClr val="FFF2D6"/>
          </a:solidFill>
          <a:ln w="0">
            <a:noFill/>
            <a:prstDash val="solid"/>
          </a:ln>
        </p:spPr>
        <p:txBody>
          <a:bodyPr wrap="square" lIns="0" tIns="0" rIns="0" bIns="0" anchor="ctr">
            <a:normAutofit/>
          </a:bodyPr>
          <a:lstStyle/>
          <a:p>
            <a:pPr algn="ctr">
              <a:defRPr sz="3300" b="1">
                <a:solidFill>
                  <a:srgbClr val="D45D5D"/>
                </a:solidFill>
                <a:latin typeface="Yu Gothic" panose="020B0400000000000000" charset="-128"/>
                <a:ea typeface="Yu Gothic" panose="020B0400000000000000" charset="-128"/>
                <a:cs typeface="Yu Gothic" panose="020B0400000000000000" charset="-128"/>
              </a:defRPr>
            </a:pPr>
            <a:r>
              <a:rPr sz="3300" b="1">
                <a:solidFill>
                  <a:srgbClr val="D45D5D"/>
                </a:solidFill>
                <a:latin typeface="Yu Gothic" panose="020B0400000000000000" charset="-128"/>
                <a:ea typeface="Yu Gothic" panose="020B0400000000000000" charset="-128"/>
                <a:cs typeface="Yu Gothic" panose="020B0400000000000000" charset="-128"/>
              </a:rPr>
              <a:t>3</a:t>
            </a:r>
            <a:endParaRPr sz="3300" b="1">
              <a:solidFill>
                <a:srgbClr val="D45D5D"/>
              </a:solidFill>
              <a:latin typeface="Yu Gothic" panose="020B0400000000000000" charset="-128"/>
              <a:ea typeface="Yu Gothic" panose="020B0400000000000000" charset="-128"/>
              <a:cs typeface="Yu Gothic" panose="020B0400000000000000" charset="-128"/>
            </a:endParaRPr>
          </a:p>
        </p:txBody>
      </p:sp>
      <p:sp>
        <p:nvSpPr>
          <p:cNvPr id="14" name="矩形 13"/>
          <p:cNvSpPr>
            <a:spLocks noGrp="1"/>
          </p:cNvSpPr>
          <p:nvPr/>
        </p:nvSpPr>
        <p:spPr>
          <a:xfrm>
            <a:off x="1676400" y="3867150"/>
            <a:ext cx="2857500" cy="361950"/>
          </a:xfrm>
          <a:prstGeom prst="rect">
            <a:avLst/>
          </a:prstGeom>
          <a:noFill/>
          <a:ln w="0">
            <a:noFill/>
            <a:prstDash val="solid"/>
          </a:ln>
        </p:spPr>
        <p:txBody>
          <a:bodyPr wrap="square" lIns="0" tIns="0" rIns="0" bIns="0" anchor="t">
            <a:normAutofit/>
          </a:bodyPr>
          <a:lstStyle/>
          <a:p>
            <a:pPr algn="l">
              <a:defRPr sz="2100" b="1">
                <a:solidFill>
                  <a:srgbClr val="111111"/>
                </a:solidFill>
                <a:latin typeface="Yu Gothic" panose="020B0400000000000000" charset="-128"/>
                <a:ea typeface="Yu Gothic" panose="020B0400000000000000" charset="-128"/>
                <a:cs typeface="Yu Gothic" panose="020B0400000000000000" charset="-128"/>
              </a:defRPr>
            </a:pPr>
            <a:r>
              <a:rPr sz="2100" b="1">
                <a:solidFill>
                  <a:srgbClr val="111111"/>
                </a:solidFill>
                <a:latin typeface="Yu Gothic" panose="020B0400000000000000" charset="-128"/>
                <a:ea typeface="Yu Gothic" panose="020B0400000000000000" charset="-128"/>
                <a:cs typeface="Yu Gothic" panose="020B0400000000000000" charset="-128"/>
              </a:rPr>
              <a:t>学生向け＋AI</a:t>
            </a:r>
            <a:endParaRPr sz="2100" b="1">
              <a:solidFill>
                <a:srgbClr val="111111"/>
              </a:solidFill>
              <a:latin typeface="Yu Gothic" panose="020B0400000000000000" charset="-128"/>
              <a:ea typeface="Yu Gothic" panose="020B0400000000000000" charset="-128"/>
              <a:cs typeface="Yu Gothic" panose="020B0400000000000000" charset="-128"/>
            </a:endParaRPr>
          </a:p>
        </p:txBody>
      </p:sp>
      <p:sp>
        <p:nvSpPr>
          <p:cNvPr id="15" name="矩形 14"/>
          <p:cNvSpPr>
            <a:spLocks noGrp="1"/>
          </p:cNvSpPr>
          <p:nvPr/>
        </p:nvSpPr>
        <p:spPr>
          <a:xfrm>
            <a:off x="4762500" y="3867150"/>
            <a:ext cx="2952750" cy="361950"/>
          </a:xfrm>
          <a:prstGeom prst="rect">
            <a:avLst/>
          </a:prstGeom>
          <a:noFill/>
          <a:ln w="0">
            <a:noFill/>
            <a:prstDash val="solid"/>
          </a:ln>
        </p:spPr>
        <p:txBody>
          <a:bodyPr wrap="square" lIns="0" tIns="0" rIns="0" bIns="0" anchor="t">
            <a:normAutofit/>
          </a:bodyPr>
          <a:lstStyle/>
          <a:p>
            <a:pPr algn="l">
              <a:defRPr sz="1725" b="0">
                <a:solidFill>
                  <a:srgbClr val="5D6470"/>
                </a:solidFill>
                <a:latin typeface="Yu Gothic" panose="020B0400000000000000" charset="-128"/>
                <a:ea typeface="Yu Gothic" panose="020B0400000000000000" charset="-128"/>
                <a:cs typeface="Yu Gothic" panose="020B0400000000000000" charset="-128"/>
              </a:defRPr>
            </a:pPr>
            <a:r>
              <a:rPr sz="1725" b="0">
                <a:solidFill>
                  <a:srgbClr val="5D6470"/>
                </a:solidFill>
                <a:latin typeface="Yu Gothic" panose="020B0400000000000000" charset="-128"/>
                <a:ea typeface="Yu Gothic" panose="020B0400000000000000" charset="-128"/>
                <a:cs typeface="Yu Gothic" panose="020B0400000000000000" charset="-128"/>
              </a:rPr>
              <a:t>生成・添削・個別化</a:t>
            </a:r>
            <a:endParaRPr sz="1725" b="0">
              <a:solidFill>
                <a:srgbClr val="5D6470"/>
              </a:solidFill>
              <a:latin typeface="Yu Gothic" panose="020B0400000000000000" charset="-128"/>
              <a:ea typeface="Yu Gothic" panose="020B0400000000000000" charset="-128"/>
              <a:cs typeface="Yu Gothic" panose="020B0400000000000000" charset="-128"/>
            </a:endParaRPr>
          </a:p>
        </p:txBody>
      </p:sp>
      <p:sp>
        <p:nvSpPr>
          <p:cNvPr id="16" name="矩形 15"/>
          <p:cNvSpPr>
            <a:spLocks noGrp="1"/>
          </p:cNvSpPr>
          <p:nvPr/>
        </p:nvSpPr>
        <p:spPr>
          <a:xfrm>
            <a:off x="8058150" y="3867150"/>
            <a:ext cx="3143250" cy="361950"/>
          </a:xfrm>
          <a:prstGeom prst="rect">
            <a:avLst/>
          </a:prstGeom>
          <a:noFill/>
          <a:ln w="0">
            <a:noFill/>
            <a:prstDash val="solid"/>
          </a:ln>
        </p:spPr>
        <p:txBody>
          <a:bodyPr wrap="square" lIns="0" tIns="0" rIns="0" bIns="0" anchor="t">
            <a:normAutofit/>
          </a:bodyPr>
          <a:lstStyle/>
          <a:p>
            <a:pPr algn="l">
              <a:defRPr sz="1725" b="0">
                <a:solidFill>
                  <a:srgbClr val="5D6470"/>
                </a:solidFill>
                <a:latin typeface="Yu Gothic" panose="020B0400000000000000" charset="-128"/>
                <a:ea typeface="Yu Gothic" panose="020B0400000000000000" charset="-128"/>
                <a:cs typeface="Yu Gothic" panose="020B0400000000000000" charset="-128"/>
              </a:defRPr>
            </a:pPr>
            <a:r>
              <a:rPr sz="1725" b="0">
                <a:solidFill>
                  <a:srgbClr val="5D6470"/>
                </a:solidFill>
                <a:latin typeface="Yu Gothic" panose="020B0400000000000000" charset="-128"/>
                <a:ea typeface="Yu Gothic" panose="020B0400000000000000" charset="-128"/>
                <a:cs typeface="Yu Gothic" panose="020B0400000000000000" charset="-128"/>
              </a:rPr>
              <a:t>Tokenと品質管理</a:t>
            </a:r>
            <a:endParaRPr sz="1725" b="0">
              <a:solidFill>
                <a:srgbClr val="5D6470"/>
              </a:solidFill>
              <a:latin typeface="Yu Gothic" panose="020B0400000000000000" charset="-128"/>
              <a:ea typeface="Yu Gothic" panose="020B0400000000000000" charset="-128"/>
              <a:cs typeface="Yu Gothic" panose="020B0400000000000000" charset="-128"/>
            </a:endParaRPr>
          </a:p>
        </p:txBody>
      </p:sp>
      <p:sp>
        <p:nvSpPr>
          <p:cNvPr id="17" name="圓角矩形 16"/>
          <p:cNvSpPr>
            <a:spLocks noGrp="1"/>
          </p:cNvSpPr>
          <p:nvPr/>
        </p:nvSpPr>
        <p:spPr>
          <a:xfrm>
            <a:off x="685800" y="4895850"/>
            <a:ext cx="685800" cy="685800"/>
          </a:xfrm>
          <a:prstGeom prst="roundRect">
            <a:avLst>
              <a:gd name="adj" fmla="val 11111"/>
            </a:avLst>
          </a:prstGeom>
          <a:solidFill>
            <a:srgbClr val="FFF2D6"/>
          </a:solidFill>
          <a:ln w="0">
            <a:noFill/>
            <a:prstDash val="solid"/>
          </a:ln>
        </p:spPr>
        <p:txBody>
          <a:bodyPr wrap="square" lIns="0" tIns="0" rIns="0" bIns="0" anchor="ctr">
            <a:normAutofit/>
          </a:bodyPr>
          <a:lstStyle/>
          <a:p>
            <a:pPr algn="ctr">
              <a:defRPr sz="3300" b="1">
                <a:solidFill>
                  <a:srgbClr val="D45D5D"/>
                </a:solidFill>
                <a:latin typeface="Yu Gothic" panose="020B0400000000000000" charset="-128"/>
                <a:ea typeface="Yu Gothic" panose="020B0400000000000000" charset="-128"/>
                <a:cs typeface="Yu Gothic" panose="020B0400000000000000" charset="-128"/>
              </a:defRPr>
            </a:pPr>
            <a:r>
              <a:rPr sz="3300" b="1">
                <a:solidFill>
                  <a:srgbClr val="D45D5D"/>
                </a:solidFill>
                <a:latin typeface="Yu Gothic" panose="020B0400000000000000" charset="-128"/>
                <a:ea typeface="Yu Gothic" panose="020B0400000000000000" charset="-128"/>
                <a:cs typeface="Yu Gothic" panose="020B0400000000000000" charset="-128"/>
              </a:rPr>
              <a:t>4</a:t>
            </a:r>
            <a:endParaRPr sz="3300" b="1">
              <a:solidFill>
                <a:srgbClr val="D45D5D"/>
              </a:solidFill>
              <a:latin typeface="Yu Gothic" panose="020B0400000000000000" charset="-128"/>
              <a:ea typeface="Yu Gothic" panose="020B0400000000000000" charset="-128"/>
              <a:cs typeface="Yu Gothic" panose="020B0400000000000000" charset="-128"/>
            </a:endParaRPr>
          </a:p>
        </p:txBody>
      </p:sp>
      <p:sp>
        <p:nvSpPr>
          <p:cNvPr id="18" name="矩形 17"/>
          <p:cNvSpPr>
            <a:spLocks noGrp="1"/>
          </p:cNvSpPr>
          <p:nvPr/>
        </p:nvSpPr>
        <p:spPr>
          <a:xfrm>
            <a:off x="1676400" y="4933950"/>
            <a:ext cx="2857500" cy="361950"/>
          </a:xfrm>
          <a:prstGeom prst="rect">
            <a:avLst/>
          </a:prstGeom>
          <a:noFill/>
          <a:ln w="0">
            <a:noFill/>
            <a:prstDash val="solid"/>
          </a:ln>
        </p:spPr>
        <p:txBody>
          <a:bodyPr wrap="square" lIns="0" tIns="0" rIns="0" bIns="0" anchor="t">
            <a:normAutofit/>
          </a:bodyPr>
          <a:lstStyle/>
          <a:p>
            <a:pPr algn="l">
              <a:defRPr sz="2100" b="1">
                <a:solidFill>
                  <a:srgbClr val="111111"/>
                </a:solidFill>
                <a:latin typeface="Yu Gothic" panose="020B0400000000000000" charset="-128"/>
                <a:ea typeface="Yu Gothic" panose="020B0400000000000000" charset="-128"/>
                <a:cs typeface="Yu Gothic" panose="020B0400000000000000" charset="-128"/>
              </a:defRPr>
            </a:pPr>
            <a:r>
              <a:rPr sz="2100" b="1">
                <a:solidFill>
                  <a:srgbClr val="111111"/>
                </a:solidFill>
                <a:latin typeface="Yu Gothic" panose="020B0400000000000000" charset="-128"/>
                <a:ea typeface="Yu Gothic" panose="020B0400000000000000" charset="-128"/>
                <a:cs typeface="Yu Gothic" panose="020B0400000000000000" charset="-128"/>
              </a:rPr>
              <a:t>外部向け商用</a:t>
            </a:r>
            <a:endParaRPr sz="2100" b="1">
              <a:solidFill>
                <a:srgbClr val="111111"/>
              </a:solidFill>
              <a:latin typeface="Yu Gothic" panose="020B0400000000000000" charset="-128"/>
              <a:ea typeface="Yu Gothic" panose="020B0400000000000000" charset="-128"/>
              <a:cs typeface="Yu Gothic" panose="020B0400000000000000" charset="-128"/>
            </a:endParaRPr>
          </a:p>
        </p:txBody>
      </p:sp>
      <p:sp>
        <p:nvSpPr>
          <p:cNvPr id="19" name="矩形 18"/>
          <p:cNvSpPr>
            <a:spLocks noGrp="1"/>
          </p:cNvSpPr>
          <p:nvPr/>
        </p:nvSpPr>
        <p:spPr>
          <a:xfrm>
            <a:off x="4762500" y="4933950"/>
            <a:ext cx="2952750" cy="361950"/>
          </a:xfrm>
          <a:prstGeom prst="rect">
            <a:avLst/>
          </a:prstGeom>
          <a:noFill/>
          <a:ln w="0">
            <a:noFill/>
            <a:prstDash val="solid"/>
          </a:ln>
        </p:spPr>
        <p:txBody>
          <a:bodyPr wrap="square" lIns="0" tIns="0" rIns="0" bIns="0" anchor="t">
            <a:normAutofit/>
          </a:bodyPr>
          <a:lstStyle/>
          <a:p>
            <a:pPr algn="l">
              <a:defRPr sz="1725" b="0">
                <a:solidFill>
                  <a:srgbClr val="5D6470"/>
                </a:solidFill>
                <a:latin typeface="Yu Gothic" panose="020B0400000000000000" charset="-128"/>
                <a:ea typeface="Yu Gothic" panose="020B0400000000000000" charset="-128"/>
                <a:cs typeface="Yu Gothic" panose="020B0400000000000000" charset="-128"/>
              </a:defRPr>
            </a:pPr>
            <a:r>
              <a:rPr sz="1725" b="0">
                <a:solidFill>
                  <a:srgbClr val="5D6470"/>
                </a:solidFill>
                <a:latin typeface="Yu Gothic" panose="020B0400000000000000" charset="-128"/>
                <a:ea typeface="Yu Gothic" panose="020B0400000000000000" charset="-128"/>
                <a:cs typeface="Yu Gothic" panose="020B0400000000000000" charset="-128"/>
              </a:rPr>
              <a:t>会員・決済・資安</a:t>
            </a:r>
            <a:endParaRPr sz="1725" b="0">
              <a:solidFill>
                <a:srgbClr val="5D6470"/>
              </a:solidFill>
              <a:latin typeface="Yu Gothic" panose="020B0400000000000000" charset="-128"/>
              <a:ea typeface="Yu Gothic" panose="020B0400000000000000" charset="-128"/>
              <a:cs typeface="Yu Gothic" panose="020B0400000000000000" charset="-128"/>
            </a:endParaRPr>
          </a:p>
        </p:txBody>
      </p:sp>
      <p:sp>
        <p:nvSpPr>
          <p:cNvPr id="20" name="矩形 19"/>
          <p:cNvSpPr>
            <a:spLocks noGrp="1"/>
          </p:cNvSpPr>
          <p:nvPr/>
        </p:nvSpPr>
        <p:spPr>
          <a:xfrm>
            <a:off x="8058150" y="4933950"/>
            <a:ext cx="3143250" cy="361950"/>
          </a:xfrm>
          <a:prstGeom prst="rect">
            <a:avLst/>
          </a:prstGeom>
          <a:noFill/>
          <a:ln w="0">
            <a:noFill/>
            <a:prstDash val="solid"/>
          </a:ln>
        </p:spPr>
        <p:txBody>
          <a:bodyPr wrap="square" lIns="0" tIns="0" rIns="0" bIns="0" anchor="t">
            <a:normAutofit/>
          </a:bodyPr>
          <a:lstStyle/>
          <a:p>
            <a:pPr algn="l">
              <a:defRPr sz="1725" b="0">
                <a:solidFill>
                  <a:srgbClr val="5D6470"/>
                </a:solidFill>
                <a:latin typeface="Yu Gothic" panose="020B0400000000000000" charset="-128"/>
                <a:ea typeface="Yu Gothic" panose="020B0400000000000000" charset="-128"/>
                <a:cs typeface="Yu Gothic" panose="020B0400000000000000" charset="-128"/>
              </a:defRPr>
            </a:pPr>
            <a:r>
              <a:rPr sz="1725" b="0">
                <a:solidFill>
                  <a:srgbClr val="5D6470"/>
                </a:solidFill>
                <a:latin typeface="Yu Gothic" panose="020B0400000000000000" charset="-128"/>
                <a:ea typeface="Yu Gothic" panose="020B0400000000000000" charset="-128"/>
                <a:cs typeface="Yu Gothic" panose="020B0400000000000000" charset="-128"/>
              </a:rPr>
              <a:t>製品と運営全体</a:t>
            </a:r>
            <a:endParaRPr sz="1725" b="0">
              <a:solidFill>
                <a:srgbClr val="5D6470"/>
              </a:solidFill>
              <a:latin typeface="Yu Gothic" panose="020B0400000000000000" charset="-128"/>
              <a:ea typeface="Yu Gothic" panose="020B0400000000000000" charset="-128"/>
              <a:cs typeface="Yu Gothic" panose="020B0400000000000000" charset="-128"/>
            </a:endParaRPr>
          </a:p>
        </p:txBody>
      </p:sp>
      <p:sp>
        <p:nvSpPr>
          <p:cNvPr id="21" name="矩形 20"/>
          <p:cNvSpPr>
            <a:spLocks noGrp="1"/>
          </p:cNvSpPr>
          <p:nvPr/>
        </p:nvSpPr>
        <p:spPr>
          <a:xfrm>
            <a:off x="685800" y="5962650"/>
            <a:ext cx="10287000" cy="342900"/>
          </a:xfrm>
          <a:prstGeom prst="rect">
            <a:avLst/>
          </a:prstGeom>
          <a:noFill/>
          <a:ln w="0">
            <a:noFill/>
            <a:prstDash val="solid"/>
          </a:ln>
        </p:spPr>
        <p:txBody>
          <a:bodyPr wrap="square" lIns="0" tIns="0" rIns="0" bIns="0" anchor="t">
            <a:normAutofit/>
          </a:bodyPr>
          <a:lstStyle/>
          <a:p>
            <a:pPr algn="l">
              <a:defRPr sz="1875" b="1">
                <a:solidFill>
                  <a:srgbClr val="111111"/>
                </a:solidFill>
                <a:latin typeface="Yu Gothic" panose="020B0400000000000000" charset="-128"/>
                <a:ea typeface="Yu Gothic" panose="020B0400000000000000" charset="-128"/>
                <a:cs typeface="Yu Gothic" panose="020B0400000000000000" charset="-128"/>
              </a:defRPr>
            </a:pPr>
            <a:r>
              <a:rPr sz="1875" b="1">
                <a:solidFill>
                  <a:srgbClr val="111111"/>
                </a:solidFill>
                <a:latin typeface="Yu Gothic" panose="020B0400000000000000" charset="-128"/>
                <a:ea typeface="Yu Gothic" panose="020B0400000000000000" charset="-128"/>
                <a:cs typeface="Yu Gothic" panose="020B0400000000000000" charset="-128"/>
              </a:rPr>
              <a:t>Levelは品質ではなく、技術と運営責任の大きさ。</a:t>
            </a:r>
            <a:endParaRPr sz="1875" b="1">
              <a:solidFill>
                <a:srgbClr val="111111"/>
              </a:solidFill>
              <a:latin typeface="Yu Gothic" panose="020B0400000000000000" charset="-128"/>
              <a:ea typeface="Yu Gothic" panose="020B0400000000000000" charset="-128"/>
              <a:cs typeface="Yu Gothic" panose="020B0400000000000000" charset="-128"/>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矩形 9"/>
          <p:cNvSpPr>
            <a:spLocks noGrp="1"/>
          </p:cNvSpPr>
          <p:nvPr/>
        </p:nvSpPr>
        <p:spPr>
          <a:xfrm>
            <a:off x="533400" y="285750"/>
            <a:ext cx="34290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Yu Gothic" panose="020B0400000000000000" charset="-128"/>
                <a:ea typeface="Yu Gothic" panose="020B0400000000000000" charset="-128"/>
                <a:cs typeface="Yu Gothic" panose="020B0400000000000000" charset="-128"/>
              </a:defRPr>
            </a:pPr>
            <a:r>
              <a:rPr sz="1200" b="1">
                <a:solidFill>
                  <a:srgbClr val="3D8DFF"/>
                </a:solidFill>
                <a:latin typeface="Yu Gothic" panose="020B0400000000000000" charset="-128"/>
                <a:ea typeface="Yu Gothic" panose="020B0400000000000000" charset="-128"/>
                <a:cs typeface="Yu Gothic" panose="020B0400000000000000" charset="-128"/>
              </a:rPr>
              <a:t>3｜漢字サイトの実例</a:t>
            </a:r>
            <a:endParaRPr sz="1200" b="1">
              <a:solidFill>
                <a:srgbClr val="3D8DFF"/>
              </a:solidFill>
              <a:latin typeface="Yu Gothic" panose="020B0400000000000000" charset="-128"/>
              <a:ea typeface="Yu Gothic" panose="020B0400000000000000" charset="-128"/>
              <a:cs typeface="Yu Gothic" panose="020B0400000000000000" charset="-128"/>
            </a:endParaRPr>
          </a:p>
        </p:txBody>
      </p:sp>
      <p:sp>
        <p:nvSpPr>
          <p:cNvPr id="2" name="矩形 1"/>
          <p:cNvSpPr>
            <a:spLocks noGrp="1"/>
          </p:cNvSpPr>
          <p:nvPr/>
        </p:nvSpPr>
        <p:spPr>
          <a:xfrm>
            <a:off x="533400" y="628650"/>
            <a:ext cx="11125200" cy="609600"/>
          </a:xfrm>
          <a:prstGeom prst="rect">
            <a:avLst/>
          </a:prstGeom>
          <a:noFill/>
          <a:ln w="0">
            <a:noFill/>
            <a:prstDash val="solid"/>
          </a:ln>
        </p:spPr>
        <p:txBody>
          <a:bodyPr wrap="square" lIns="0" tIns="0" rIns="0" bIns="0" anchor="t">
            <a:normAutofit/>
          </a:bodyPr>
          <a:lstStyle/>
          <a:p>
            <a:pPr algn="l">
              <a:defRPr sz="3450" b="1">
                <a:solidFill>
                  <a:srgbClr val="111111"/>
                </a:solidFill>
                <a:latin typeface="Yu Gothic" panose="020B0400000000000000" charset="-128"/>
                <a:ea typeface="Yu Gothic" panose="020B0400000000000000" charset="-128"/>
                <a:cs typeface="Yu Gothic" panose="020B0400000000000000" charset="-128"/>
              </a:defRPr>
            </a:pPr>
            <a:r>
              <a:rPr sz="3450" b="1">
                <a:solidFill>
                  <a:srgbClr val="111111"/>
                </a:solidFill>
                <a:latin typeface="Yu Gothic" panose="020B0400000000000000" charset="-128"/>
                <a:ea typeface="Yu Gothic" panose="020B0400000000000000" charset="-128"/>
                <a:cs typeface="Yu Gothic" panose="020B0400000000000000" charset="-128"/>
              </a:rPr>
              <a:t>PDFではなく「作り続けられる道具」にする</a:t>
            </a:r>
            <a:endParaRPr sz="3450" b="1">
              <a:solidFill>
                <a:srgbClr val="111111"/>
              </a:solidFill>
              <a:latin typeface="Yu Gothic" panose="020B0400000000000000" charset="-128"/>
              <a:ea typeface="Yu Gothic" panose="020B0400000000000000" charset="-128"/>
              <a:cs typeface="Yu Gothic" panose="020B0400000000000000" charset="-128"/>
            </a:endParaRPr>
          </a:p>
        </p:txBody>
      </p:sp>
      <p:cxnSp>
        <p:nvCxnSpPr>
          <p:cNvPr id="12" name="直線單箭頭接點 11"/>
          <p:cNvCxnSpPr/>
          <p:nvPr/>
        </p:nvCxnSpPr>
        <p:spPr>
          <a:xfrm>
            <a:off x="533400" y="1371600"/>
            <a:ext cx="11125200" cy="0"/>
          </a:xfrm>
          <a:prstGeom prst="straightConnector1">
            <a:avLst/>
          </a:prstGeom>
          <a:ln w="9525">
            <a:solidFill>
              <a:srgbClr val="C6CBD2"/>
            </a:solidFill>
            <a:prstDash val="solid"/>
          </a:ln>
        </p:spPr>
      </p:cxnSp>
      <p:sp>
        <p:nvSpPr>
          <p:cNvPr id="4" name="矩形 3"/>
          <p:cNvSpPr>
            <a:spLocks noGrp="1"/>
          </p:cNvSpPr>
          <p:nvPr/>
        </p:nvSpPr>
        <p:spPr>
          <a:xfrm>
            <a:off x="11144250" y="6419850"/>
            <a:ext cx="514350" cy="190500"/>
          </a:xfrm>
          <a:prstGeom prst="rect">
            <a:avLst/>
          </a:prstGeom>
          <a:noFill/>
          <a:ln w="0">
            <a:noFill/>
            <a:prstDash val="solid"/>
          </a:ln>
        </p:spPr>
        <p:txBody>
          <a:bodyPr wrap="square" lIns="0" tIns="0" rIns="0" bIns="0" anchor="t">
            <a:normAutofit/>
          </a:bodyPr>
          <a:lstStyle/>
          <a:p>
            <a:pPr algn="r">
              <a:defRPr sz="1050" b="0">
                <a:solidFill>
                  <a:srgbClr val="5D6470"/>
                </a:solidFill>
                <a:latin typeface="Yu Gothic" panose="020B0400000000000000" charset="-128"/>
                <a:ea typeface="Yu Gothic" panose="020B0400000000000000" charset="-128"/>
                <a:cs typeface="Yu Gothic" panose="020B0400000000000000" charset="-128"/>
              </a:defRPr>
            </a:pPr>
            <a:r>
              <a:rPr sz="1050" b="0">
                <a:solidFill>
                  <a:srgbClr val="5D6470"/>
                </a:solidFill>
                <a:latin typeface="Yu Gothic" panose="020B0400000000000000" charset="-128"/>
                <a:ea typeface="Yu Gothic" panose="020B0400000000000000" charset="-128"/>
                <a:cs typeface="Yu Gothic" panose="020B0400000000000000" charset="-128"/>
              </a:rPr>
              <a:t>08</a:t>
            </a:r>
            <a:endParaRPr sz="1050" b="0">
              <a:solidFill>
                <a:srgbClr val="5D6470"/>
              </a:solidFill>
              <a:latin typeface="Yu Gothic" panose="020B0400000000000000" charset="-128"/>
              <a:ea typeface="Yu Gothic" panose="020B0400000000000000" charset="-128"/>
              <a:cs typeface="Yu Gothic" panose="020B0400000000000000" charset="-128"/>
            </a:endParaRPr>
          </a:p>
        </p:txBody>
      </p:sp>
      <p:sp>
        <p:nvSpPr>
          <p:cNvPr id="5" name="矩形 4"/>
          <p:cNvSpPr>
            <a:spLocks noGrp="1"/>
          </p:cNvSpPr>
          <p:nvPr/>
        </p:nvSpPr>
        <p:spPr>
          <a:xfrm>
            <a:off x="609600" y="2038350"/>
            <a:ext cx="3714750" cy="1143000"/>
          </a:xfrm>
          <a:prstGeom prst="rect">
            <a:avLst/>
          </a:prstGeom>
          <a:noFill/>
          <a:ln w="0">
            <a:noFill/>
            <a:prstDash val="solid"/>
          </a:ln>
        </p:spPr>
        <p:txBody>
          <a:bodyPr wrap="square" lIns="0" tIns="0" rIns="0" bIns="0" anchor="t">
            <a:normAutofit/>
          </a:bodyPr>
          <a:lstStyle/>
          <a:p>
            <a:pPr algn="l">
              <a:defRPr sz="3000" b="1">
                <a:solidFill>
                  <a:srgbClr val="111111"/>
                </a:solidFill>
                <a:latin typeface="Yu Gothic" panose="020B0400000000000000" charset="-128"/>
                <a:ea typeface="Yu Gothic" panose="020B0400000000000000" charset="-128"/>
                <a:cs typeface="Yu Gothic" panose="020B0400000000000000" charset="-128"/>
              </a:defRPr>
            </a:pPr>
            <a:r>
              <a:rPr sz="3000" b="1">
                <a:solidFill>
                  <a:srgbClr val="111111"/>
                </a:solidFill>
                <a:latin typeface="Yu Gothic" panose="020B0400000000000000" charset="-128"/>
                <a:ea typeface="Yu Gothic" panose="020B0400000000000000" charset="-128"/>
                <a:cs typeface="Yu Gothic" panose="020B0400000000000000" charset="-128"/>
              </a:rPr>
              <a:t>PDFは</a:t>
            </a:r>
            <a:endParaRPr sz="3000" b="1">
              <a:solidFill>
                <a:srgbClr val="111111"/>
              </a:solidFill>
              <a:latin typeface="Yu Gothic" panose="020B0400000000000000" charset="-128"/>
              <a:ea typeface="Yu Gothic" panose="020B0400000000000000" charset="-128"/>
              <a:cs typeface="Yu Gothic" panose="020B0400000000000000" charset="-128"/>
            </a:endParaRPr>
          </a:p>
          <a:p>
            <a:pPr algn="l">
              <a:defRPr sz="3000" b="1">
                <a:solidFill>
                  <a:srgbClr val="111111"/>
                </a:solidFill>
                <a:latin typeface="Yu Gothic" panose="020B0400000000000000" charset="-128"/>
                <a:ea typeface="Yu Gothic" panose="020B0400000000000000" charset="-128"/>
                <a:cs typeface="Yu Gothic" panose="020B0400000000000000" charset="-128"/>
              </a:defRPr>
            </a:pPr>
            <a:r>
              <a:rPr sz="3000" b="1">
                <a:solidFill>
                  <a:srgbClr val="111111"/>
                </a:solidFill>
                <a:latin typeface="Yu Gothic" panose="020B0400000000000000" charset="-128"/>
                <a:ea typeface="Yu Gothic" panose="020B0400000000000000" charset="-128"/>
                <a:cs typeface="Yu Gothic" panose="020B0400000000000000" charset="-128"/>
              </a:rPr>
              <a:t>最終的な出力。</a:t>
            </a:r>
            <a:endParaRPr sz="3000" b="1">
              <a:solidFill>
                <a:srgbClr val="111111"/>
              </a:solidFill>
              <a:latin typeface="Yu Gothic" panose="020B0400000000000000" charset="-128"/>
              <a:ea typeface="Yu Gothic" panose="020B0400000000000000" charset="-128"/>
              <a:cs typeface="Yu Gothic" panose="020B0400000000000000" charset="-128"/>
            </a:endParaRPr>
          </a:p>
        </p:txBody>
      </p:sp>
      <p:sp>
        <p:nvSpPr>
          <p:cNvPr id="6" name="矩形 5"/>
          <p:cNvSpPr>
            <a:spLocks noGrp="1"/>
          </p:cNvSpPr>
          <p:nvPr/>
        </p:nvSpPr>
        <p:spPr>
          <a:xfrm>
            <a:off x="609600" y="3352800"/>
            <a:ext cx="4286250" cy="1238250"/>
          </a:xfrm>
          <a:prstGeom prst="rect">
            <a:avLst/>
          </a:prstGeom>
          <a:noFill/>
          <a:ln w="0">
            <a:noFill/>
            <a:prstDash val="solid"/>
          </a:ln>
        </p:spPr>
        <p:txBody>
          <a:bodyPr wrap="square" lIns="0" tIns="0" rIns="0" bIns="0" anchor="t">
            <a:normAutofit/>
          </a:bodyPr>
          <a:lstStyle/>
          <a:p>
            <a:pPr algn="l">
              <a:defRPr sz="3000" b="1">
                <a:solidFill>
                  <a:srgbClr val="3D8DFF"/>
                </a:solidFill>
                <a:latin typeface="Yu Gothic" panose="020B0400000000000000" charset="-128"/>
                <a:ea typeface="Yu Gothic" panose="020B0400000000000000" charset="-128"/>
                <a:cs typeface="Yu Gothic" panose="020B0400000000000000" charset="-128"/>
              </a:defRPr>
            </a:pPr>
            <a:r>
              <a:rPr sz="3000" b="1">
                <a:solidFill>
                  <a:srgbClr val="3D8DFF"/>
                </a:solidFill>
                <a:latin typeface="Yu Gothic" panose="020B0400000000000000" charset="-128"/>
                <a:ea typeface="Yu Gothic" panose="020B0400000000000000" charset="-128"/>
                <a:cs typeface="Yu Gothic" panose="020B0400000000000000" charset="-128"/>
              </a:rPr>
              <a:t>Webは</a:t>
            </a:r>
            <a:endParaRPr sz="3000" b="1">
              <a:solidFill>
                <a:srgbClr val="3D8DFF"/>
              </a:solidFill>
              <a:latin typeface="Yu Gothic" panose="020B0400000000000000" charset="-128"/>
              <a:ea typeface="Yu Gothic" panose="020B0400000000000000" charset="-128"/>
              <a:cs typeface="Yu Gothic" panose="020B0400000000000000" charset="-128"/>
            </a:endParaRPr>
          </a:p>
          <a:p>
            <a:pPr algn="l">
              <a:defRPr sz="3000" b="1">
                <a:solidFill>
                  <a:srgbClr val="3D8DFF"/>
                </a:solidFill>
                <a:latin typeface="Yu Gothic" panose="020B0400000000000000" charset="-128"/>
                <a:ea typeface="Yu Gothic" panose="020B0400000000000000" charset="-128"/>
                <a:cs typeface="Yu Gothic" panose="020B0400000000000000" charset="-128"/>
              </a:defRPr>
            </a:pPr>
            <a:r>
              <a:rPr sz="3000" b="1">
                <a:solidFill>
                  <a:srgbClr val="3D8DFF"/>
                </a:solidFill>
                <a:latin typeface="Yu Gothic" panose="020B0400000000000000" charset="-128"/>
                <a:ea typeface="Yu Gothic" panose="020B0400000000000000" charset="-128"/>
                <a:cs typeface="Yu Gothic" panose="020B0400000000000000" charset="-128"/>
              </a:rPr>
              <a:t>教材を生産する道具。</a:t>
            </a:r>
            <a:endParaRPr sz="3000" b="1">
              <a:solidFill>
                <a:srgbClr val="3D8DFF"/>
              </a:solidFill>
              <a:latin typeface="Yu Gothic" panose="020B0400000000000000" charset="-128"/>
              <a:ea typeface="Yu Gothic" panose="020B0400000000000000" charset="-128"/>
              <a:cs typeface="Yu Gothic" panose="020B0400000000000000" charset="-128"/>
            </a:endParaRPr>
          </a:p>
        </p:txBody>
      </p:sp>
      <p:sp>
        <p:nvSpPr>
          <p:cNvPr id="7" name="矩形 6"/>
          <p:cNvSpPr>
            <a:spLocks noGrp="1"/>
          </p:cNvSpPr>
          <p:nvPr/>
        </p:nvSpPr>
        <p:spPr>
          <a:xfrm>
            <a:off x="609600" y="4972050"/>
            <a:ext cx="4191000" cy="1047750"/>
          </a:xfrm>
          <a:prstGeom prst="rect">
            <a:avLst/>
          </a:prstGeom>
          <a:noFill/>
          <a:ln w="0">
            <a:noFill/>
            <a:prstDash val="solid"/>
          </a:ln>
        </p:spPr>
        <p:txBody>
          <a:bodyPr wrap="square" lIns="0" tIns="0" rIns="0" bIns="0" anchor="t">
            <a:normAutofit/>
          </a:bodyPr>
          <a:lstStyle/>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データを足せる</a:t>
            </a:r>
            <a:endParaRPr sz="1800" b="0">
              <a:solidFill>
                <a:srgbClr val="5D6470"/>
              </a:solidFill>
              <a:latin typeface="Yu Gothic" panose="020B0400000000000000" charset="-128"/>
              <a:ea typeface="Yu Gothic" panose="020B0400000000000000" charset="-128"/>
              <a:cs typeface="Yu Gothic" panose="020B0400000000000000" charset="-128"/>
            </a:endParaRPr>
          </a:p>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テンプレートを一度に直せる</a:t>
            </a:r>
            <a:endParaRPr sz="1800" b="0">
              <a:solidFill>
                <a:srgbClr val="5D6470"/>
              </a:solidFill>
              <a:latin typeface="Yu Gothic" panose="020B0400000000000000" charset="-128"/>
              <a:ea typeface="Yu Gothic" panose="020B0400000000000000" charset="-128"/>
              <a:cs typeface="Yu Gothic" panose="020B0400000000000000" charset="-128"/>
            </a:endParaRPr>
          </a:p>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操作も印刷もできる</a:t>
            </a:r>
            <a:endParaRPr sz="1800" b="0">
              <a:solidFill>
                <a:srgbClr val="5D6470"/>
              </a:solidFill>
              <a:latin typeface="Yu Gothic" panose="020B0400000000000000" charset="-128"/>
              <a:ea typeface="Yu Gothic" panose="020B0400000000000000" charset="-128"/>
              <a:cs typeface="Yu Gothic" panose="020B0400000000000000" charset="-128"/>
            </a:endParaRPr>
          </a:p>
        </p:txBody>
      </p:sp>
      <p:sp>
        <p:nvSpPr>
          <p:cNvPr id="8" name="圓角矩形 7"/>
          <p:cNvSpPr>
            <a:spLocks noGrp="1"/>
          </p:cNvSpPr>
          <p:nvPr/>
        </p:nvSpPr>
        <p:spPr>
          <a:xfrm>
            <a:off x="5219700" y="1676400"/>
            <a:ext cx="6324600" cy="4171950"/>
          </a:xfrm>
          <a:prstGeom prst="roundRect">
            <a:avLst>
              <a:gd name="adj" fmla="val 1826"/>
            </a:avLst>
          </a:prstGeom>
          <a:solidFill>
            <a:srgbClr val="F1F3F5"/>
          </a:solidFill>
          <a:ln w="9525">
            <a:solidFill>
              <a:srgbClr val="C6CBD2"/>
            </a:solidFill>
            <a:prstDash val="solid"/>
          </a:ln>
        </p:spPr>
      </p:sp>
      <p:pic>
        <p:nvPicPr>
          <p:cNvPr id="18" name="圖片 17"/>
          <p:cNvPicPr>
            <a:picLocks noChangeAspect="1"/>
          </p:cNvPicPr>
          <p:nvPr/>
        </p:nvPicPr>
        <p:blipFill>
          <a:blip r:embed="rId1"/>
          <a:srcRect l="6495" r="6495"/>
          <a:stretch>
            <a:fillRect/>
          </a:stretch>
        </p:blipFill>
        <p:spPr>
          <a:xfrm>
            <a:off x="5334000" y="1790700"/>
            <a:ext cx="6096000" cy="3943350"/>
          </a:xfrm>
          <a:prstGeom prst="roundRect">
            <a:avLst>
              <a:gd name="adj" fmla="val 1932"/>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矩形 11"/>
          <p:cNvSpPr>
            <a:spLocks noGrp="1"/>
          </p:cNvSpPr>
          <p:nvPr/>
        </p:nvSpPr>
        <p:spPr>
          <a:xfrm>
            <a:off x="533400" y="285750"/>
            <a:ext cx="34290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Yu Gothic" panose="020B0400000000000000" charset="-128"/>
                <a:ea typeface="Yu Gothic" panose="020B0400000000000000" charset="-128"/>
                <a:cs typeface="Yu Gothic" panose="020B0400000000000000" charset="-128"/>
              </a:defRPr>
            </a:pPr>
            <a:r>
              <a:rPr sz="1200" b="1">
                <a:solidFill>
                  <a:srgbClr val="3D8DFF"/>
                </a:solidFill>
                <a:latin typeface="Yu Gothic" panose="020B0400000000000000" charset="-128"/>
                <a:ea typeface="Yu Gothic" panose="020B0400000000000000" charset="-128"/>
                <a:cs typeface="Yu Gothic" panose="020B0400000000000000" charset="-128"/>
              </a:rPr>
              <a:t>3｜漢字サイトの実例</a:t>
            </a:r>
            <a:endParaRPr sz="1200" b="1">
              <a:solidFill>
                <a:srgbClr val="3D8DFF"/>
              </a:solidFill>
              <a:latin typeface="Yu Gothic" panose="020B0400000000000000" charset="-128"/>
              <a:ea typeface="Yu Gothic" panose="020B0400000000000000" charset="-128"/>
              <a:cs typeface="Yu Gothic" panose="020B0400000000000000" charset="-128"/>
            </a:endParaRPr>
          </a:p>
        </p:txBody>
      </p:sp>
      <p:sp>
        <p:nvSpPr>
          <p:cNvPr id="2" name="矩形 1"/>
          <p:cNvSpPr>
            <a:spLocks noGrp="1"/>
          </p:cNvSpPr>
          <p:nvPr/>
        </p:nvSpPr>
        <p:spPr>
          <a:xfrm>
            <a:off x="533400" y="628650"/>
            <a:ext cx="11125200" cy="609600"/>
          </a:xfrm>
          <a:prstGeom prst="rect">
            <a:avLst/>
          </a:prstGeom>
          <a:noFill/>
          <a:ln w="0">
            <a:noFill/>
            <a:prstDash val="solid"/>
          </a:ln>
        </p:spPr>
        <p:txBody>
          <a:bodyPr wrap="square" lIns="0" tIns="0" rIns="0" bIns="0" anchor="t">
            <a:normAutofit/>
          </a:bodyPr>
          <a:lstStyle/>
          <a:p>
            <a:pPr algn="l">
              <a:defRPr sz="3450" b="1">
                <a:solidFill>
                  <a:srgbClr val="111111"/>
                </a:solidFill>
                <a:latin typeface="Yu Gothic" panose="020B0400000000000000" charset="-128"/>
                <a:ea typeface="Yu Gothic" panose="020B0400000000000000" charset="-128"/>
                <a:cs typeface="Yu Gothic" panose="020B0400000000000000" charset="-128"/>
              </a:defRPr>
            </a:pPr>
            <a:r>
              <a:rPr lang="en-US" sz="3450" b="1">
                <a:solidFill>
                  <a:srgbClr val="111111"/>
                </a:solidFill>
                <a:latin typeface="Yu Gothic" panose="020B0400000000000000" charset="-128"/>
                <a:ea typeface="Yu Gothic" panose="020B0400000000000000" charset="-128"/>
                <a:cs typeface="Yu Gothic" panose="020B0400000000000000" charset="-128"/>
              </a:rPr>
              <a:t>1.</a:t>
            </a:r>
            <a:r>
              <a:rPr sz="3450" b="1">
                <a:solidFill>
                  <a:srgbClr val="111111"/>
                </a:solidFill>
                <a:latin typeface="Yu Gothic" panose="020B0400000000000000" charset="-128"/>
                <a:ea typeface="Yu Gothic" panose="020B0400000000000000" charset="-128"/>
                <a:cs typeface="Yu Gothic" panose="020B0400000000000000" charset="-128"/>
              </a:rPr>
              <a:t>最初に決めるのは「何を作らないか」</a:t>
            </a:r>
            <a:endParaRPr sz="3450" b="1">
              <a:solidFill>
                <a:srgbClr val="111111"/>
              </a:solidFill>
              <a:latin typeface="Yu Gothic" panose="020B0400000000000000" charset="-128"/>
              <a:ea typeface="Yu Gothic" panose="020B0400000000000000" charset="-128"/>
              <a:cs typeface="Yu Gothic" panose="020B0400000000000000" charset="-128"/>
            </a:endParaRPr>
          </a:p>
        </p:txBody>
      </p:sp>
      <p:cxnSp>
        <p:nvCxnSpPr>
          <p:cNvPr id="14" name="直線單箭頭接點 13"/>
          <p:cNvCxnSpPr/>
          <p:nvPr/>
        </p:nvCxnSpPr>
        <p:spPr>
          <a:xfrm>
            <a:off x="533400" y="1371600"/>
            <a:ext cx="11125200" cy="0"/>
          </a:xfrm>
          <a:prstGeom prst="straightConnector1">
            <a:avLst/>
          </a:prstGeom>
          <a:ln w="9525">
            <a:solidFill>
              <a:srgbClr val="C6CBD2"/>
            </a:solidFill>
            <a:prstDash val="solid"/>
          </a:ln>
        </p:spPr>
      </p:cxnSp>
      <p:sp>
        <p:nvSpPr>
          <p:cNvPr id="4" name="矩形 3"/>
          <p:cNvSpPr>
            <a:spLocks noGrp="1"/>
          </p:cNvSpPr>
          <p:nvPr/>
        </p:nvSpPr>
        <p:spPr>
          <a:xfrm>
            <a:off x="11144250" y="6419850"/>
            <a:ext cx="514350" cy="190500"/>
          </a:xfrm>
          <a:prstGeom prst="rect">
            <a:avLst/>
          </a:prstGeom>
          <a:noFill/>
          <a:ln w="0">
            <a:noFill/>
            <a:prstDash val="solid"/>
          </a:ln>
        </p:spPr>
        <p:txBody>
          <a:bodyPr wrap="square" lIns="0" tIns="0" rIns="0" bIns="0" anchor="t">
            <a:normAutofit/>
          </a:bodyPr>
          <a:lstStyle/>
          <a:p>
            <a:pPr algn="r">
              <a:defRPr sz="1050" b="0">
                <a:solidFill>
                  <a:srgbClr val="5D6470"/>
                </a:solidFill>
                <a:latin typeface="Yu Gothic" panose="020B0400000000000000" charset="-128"/>
                <a:ea typeface="Yu Gothic" panose="020B0400000000000000" charset="-128"/>
                <a:cs typeface="Yu Gothic" panose="020B0400000000000000" charset="-128"/>
              </a:defRPr>
            </a:pPr>
            <a:r>
              <a:rPr sz="1050" b="0">
                <a:solidFill>
                  <a:srgbClr val="5D6470"/>
                </a:solidFill>
                <a:latin typeface="Yu Gothic" panose="020B0400000000000000" charset="-128"/>
                <a:ea typeface="Yu Gothic" panose="020B0400000000000000" charset="-128"/>
                <a:cs typeface="Yu Gothic" panose="020B0400000000000000" charset="-128"/>
              </a:rPr>
              <a:t>09</a:t>
            </a:r>
            <a:endParaRPr sz="1050" b="0">
              <a:solidFill>
                <a:srgbClr val="5D6470"/>
              </a:solidFill>
              <a:latin typeface="Yu Gothic" panose="020B0400000000000000" charset="-128"/>
              <a:ea typeface="Yu Gothic" panose="020B0400000000000000" charset="-128"/>
              <a:cs typeface="Yu Gothic" panose="020B0400000000000000" charset="-128"/>
            </a:endParaRPr>
          </a:p>
        </p:txBody>
      </p:sp>
      <p:sp>
        <p:nvSpPr>
          <p:cNvPr id="5" name="矩形 4"/>
          <p:cNvSpPr>
            <a:spLocks noGrp="1"/>
          </p:cNvSpPr>
          <p:nvPr/>
        </p:nvSpPr>
        <p:spPr>
          <a:xfrm>
            <a:off x="685800" y="1905000"/>
            <a:ext cx="4476750" cy="495300"/>
          </a:xfrm>
          <a:prstGeom prst="rect">
            <a:avLst/>
          </a:prstGeom>
          <a:noFill/>
          <a:ln w="0">
            <a:noFill/>
            <a:prstDash val="solid"/>
          </a:ln>
        </p:spPr>
        <p:txBody>
          <a:bodyPr wrap="square" lIns="0" tIns="0" rIns="0" bIns="0" anchor="t">
            <a:normAutofit/>
          </a:bodyPr>
          <a:lstStyle/>
          <a:p>
            <a:pPr algn="l">
              <a:defRPr sz="2400" b="1">
                <a:solidFill>
                  <a:srgbClr val="D45D5D"/>
                </a:solidFill>
                <a:latin typeface="Yu Gothic" panose="020B0400000000000000" charset="-128"/>
                <a:ea typeface="Yu Gothic" panose="020B0400000000000000" charset="-128"/>
                <a:cs typeface="Yu Gothic" panose="020B0400000000000000" charset="-128"/>
              </a:defRPr>
            </a:pPr>
            <a:r>
              <a:rPr sz="2400" b="1">
                <a:solidFill>
                  <a:srgbClr val="D45D5D"/>
                </a:solidFill>
                <a:latin typeface="Yu Gothic" panose="020B0400000000000000" charset="-128"/>
                <a:ea typeface="Yu Gothic" panose="020B0400000000000000" charset="-128"/>
                <a:cs typeface="Yu Gothic" panose="020B0400000000000000" charset="-128"/>
              </a:rPr>
              <a:t>今回はやめた</a:t>
            </a:r>
            <a:endParaRPr sz="2400" b="1">
              <a:solidFill>
                <a:srgbClr val="D45D5D"/>
              </a:solidFill>
              <a:latin typeface="Yu Gothic" panose="020B0400000000000000" charset="-128"/>
              <a:ea typeface="Yu Gothic" panose="020B0400000000000000" charset="-128"/>
              <a:cs typeface="Yu Gothic" panose="020B0400000000000000" charset="-128"/>
            </a:endParaRPr>
          </a:p>
        </p:txBody>
      </p:sp>
      <p:sp>
        <p:nvSpPr>
          <p:cNvPr id="6" name="矩形 5"/>
          <p:cNvSpPr>
            <a:spLocks noGrp="1"/>
          </p:cNvSpPr>
          <p:nvPr/>
        </p:nvSpPr>
        <p:spPr>
          <a:xfrm>
            <a:off x="685800" y="2609850"/>
            <a:ext cx="4476750" cy="2190750"/>
          </a:xfrm>
          <a:prstGeom prst="rect">
            <a:avLst/>
          </a:prstGeom>
          <a:noFill/>
          <a:ln w="0">
            <a:noFill/>
            <a:prstDash val="solid"/>
          </a:ln>
        </p:spPr>
        <p:txBody>
          <a:bodyPr wrap="square" lIns="0" tIns="0" rIns="0" bIns="0" anchor="t">
            <a:normAutofit/>
          </a:bodyPr>
          <a:lstStyle/>
          <a:p>
            <a:pPr algn="l">
              <a:defRPr sz="2250" b="0">
                <a:solidFill>
                  <a:srgbClr val="5D6470"/>
                </a:solidFill>
                <a:latin typeface="Yu Gothic" panose="020B0400000000000000" charset="-128"/>
                <a:ea typeface="Yu Gothic" panose="020B0400000000000000" charset="-128"/>
                <a:cs typeface="Yu Gothic" panose="020B0400000000000000" charset="-128"/>
              </a:defRPr>
            </a:pPr>
            <a:r>
              <a:rPr sz="2250" b="0">
                <a:solidFill>
                  <a:srgbClr val="5D6470"/>
                </a:solidFill>
                <a:latin typeface="Yu Gothic" panose="020B0400000000000000" charset="-128"/>
                <a:ea typeface="Yu Gothic" panose="020B0400000000000000" charset="-128"/>
                <a:cs typeface="Yu Gothic" panose="020B0400000000000000" charset="-128"/>
              </a:rPr>
              <a:t>学生ログイン</a:t>
            </a:r>
            <a:endParaRPr sz="2250" b="0">
              <a:solidFill>
                <a:srgbClr val="5D6470"/>
              </a:solidFill>
              <a:latin typeface="Yu Gothic" panose="020B0400000000000000" charset="-128"/>
              <a:ea typeface="Yu Gothic" panose="020B0400000000000000" charset="-128"/>
              <a:cs typeface="Yu Gothic" panose="020B0400000000000000" charset="-128"/>
            </a:endParaRPr>
          </a:p>
          <a:p>
            <a:pPr algn="l">
              <a:defRPr sz="2250" b="0">
                <a:solidFill>
                  <a:srgbClr val="5D6470"/>
                </a:solidFill>
                <a:latin typeface="Yu Gothic" panose="020B0400000000000000" charset="-128"/>
                <a:ea typeface="Yu Gothic" panose="020B0400000000000000" charset="-128"/>
                <a:cs typeface="Yu Gothic" panose="020B0400000000000000" charset="-128"/>
              </a:defRPr>
            </a:pPr>
            <a:r>
              <a:rPr sz="2250" b="0">
                <a:solidFill>
                  <a:srgbClr val="5D6470"/>
                </a:solidFill>
                <a:latin typeface="Yu Gothic" panose="020B0400000000000000" charset="-128"/>
                <a:ea typeface="Yu Gothic" panose="020B0400000000000000" charset="-128"/>
                <a:cs typeface="Yu Gothic" panose="020B0400000000000000" charset="-128"/>
              </a:rPr>
              <a:t>オンライン保存</a:t>
            </a:r>
            <a:endParaRPr sz="2250" b="0">
              <a:solidFill>
                <a:srgbClr val="5D6470"/>
              </a:solidFill>
              <a:latin typeface="Yu Gothic" panose="020B0400000000000000" charset="-128"/>
              <a:ea typeface="Yu Gothic" panose="020B0400000000000000" charset="-128"/>
              <a:cs typeface="Yu Gothic" panose="020B0400000000000000" charset="-128"/>
            </a:endParaRPr>
          </a:p>
          <a:p>
            <a:pPr algn="l">
              <a:defRPr sz="2250" b="0">
                <a:solidFill>
                  <a:srgbClr val="5D6470"/>
                </a:solidFill>
                <a:latin typeface="Yu Gothic" panose="020B0400000000000000" charset="-128"/>
                <a:ea typeface="Yu Gothic" panose="020B0400000000000000" charset="-128"/>
                <a:cs typeface="Yu Gothic" panose="020B0400000000000000" charset="-128"/>
              </a:defRPr>
            </a:pPr>
            <a:r>
              <a:rPr sz="2250" b="0">
                <a:solidFill>
                  <a:srgbClr val="5D6470"/>
                </a:solidFill>
                <a:latin typeface="Yu Gothic" panose="020B0400000000000000" charset="-128"/>
                <a:ea typeface="Yu Gothic" panose="020B0400000000000000" charset="-128"/>
                <a:cs typeface="Yu Gothic" panose="020B0400000000000000" charset="-128"/>
              </a:rPr>
              <a:t>先生への提出</a:t>
            </a:r>
            <a:endParaRPr sz="2250" b="0">
              <a:solidFill>
                <a:srgbClr val="5D6470"/>
              </a:solidFill>
              <a:latin typeface="Yu Gothic" panose="020B0400000000000000" charset="-128"/>
              <a:ea typeface="Yu Gothic" panose="020B0400000000000000" charset="-128"/>
              <a:cs typeface="Yu Gothic" panose="020B0400000000000000" charset="-128"/>
            </a:endParaRPr>
          </a:p>
          <a:p>
            <a:pPr algn="l">
              <a:defRPr sz="2250" b="0">
                <a:solidFill>
                  <a:srgbClr val="5D6470"/>
                </a:solidFill>
                <a:latin typeface="Yu Gothic" panose="020B0400000000000000" charset="-128"/>
                <a:ea typeface="Yu Gothic" panose="020B0400000000000000" charset="-128"/>
                <a:cs typeface="Yu Gothic" panose="020B0400000000000000" charset="-128"/>
              </a:defRPr>
            </a:pPr>
            <a:r>
              <a:rPr sz="2250" b="0">
                <a:solidFill>
                  <a:srgbClr val="5D6470"/>
                </a:solidFill>
                <a:latin typeface="Yu Gothic" panose="020B0400000000000000" charset="-128"/>
                <a:ea typeface="Yu Gothic" panose="020B0400000000000000" charset="-128"/>
                <a:cs typeface="Yu Gothic" panose="020B0400000000000000" charset="-128"/>
              </a:rPr>
              <a:t>オンライン添削</a:t>
            </a:r>
            <a:endParaRPr sz="2250" b="0">
              <a:solidFill>
                <a:srgbClr val="5D6470"/>
              </a:solidFill>
              <a:latin typeface="Yu Gothic" panose="020B0400000000000000" charset="-128"/>
              <a:ea typeface="Yu Gothic" panose="020B0400000000000000" charset="-128"/>
              <a:cs typeface="Yu Gothic" panose="020B0400000000000000" charset="-128"/>
            </a:endParaRPr>
          </a:p>
        </p:txBody>
      </p:sp>
      <p:cxnSp>
        <p:nvCxnSpPr>
          <p:cNvPr id="18" name="直線單箭頭接點 17"/>
          <p:cNvCxnSpPr/>
          <p:nvPr/>
        </p:nvCxnSpPr>
        <p:spPr>
          <a:xfrm>
            <a:off x="6000750" y="1790700"/>
            <a:ext cx="0" cy="0"/>
          </a:xfrm>
          <a:prstGeom prst="straightConnector1">
            <a:avLst/>
          </a:prstGeom>
          <a:ln w="9525">
            <a:solidFill>
              <a:srgbClr val="C6CBD2"/>
            </a:solidFill>
            <a:prstDash val="solid"/>
          </a:ln>
        </p:spPr>
      </p:cxnSp>
      <p:sp>
        <p:nvSpPr>
          <p:cNvPr id="8" name="矩形 7"/>
          <p:cNvSpPr>
            <a:spLocks noGrp="1"/>
          </p:cNvSpPr>
          <p:nvPr/>
        </p:nvSpPr>
        <p:spPr>
          <a:xfrm>
            <a:off x="6572250" y="1905000"/>
            <a:ext cx="4476750" cy="495300"/>
          </a:xfrm>
          <a:prstGeom prst="rect">
            <a:avLst/>
          </a:prstGeom>
          <a:noFill/>
          <a:ln w="0">
            <a:noFill/>
            <a:prstDash val="solid"/>
          </a:ln>
        </p:spPr>
        <p:txBody>
          <a:bodyPr wrap="square" lIns="0" tIns="0" rIns="0" bIns="0" anchor="t">
            <a:normAutofit/>
          </a:bodyPr>
          <a:lstStyle/>
          <a:p>
            <a:pPr algn="l">
              <a:defRPr sz="2400" b="1">
                <a:solidFill>
                  <a:srgbClr val="3D8DFF"/>
                </a:solidFill>
                <a:latin typeface="Yu Gothic" panose="020B0400000000000000" charset="-128"/>
                <a:ea typeface="Yu Gothic" panose="020B0400000000000000" charset="-128"/>
                <a:cs typeface="Yu Gothic" panose="020B0400000000000000" charset="-128"/>
              </a:defRPr>
            </a:pPr>
            <a:r>
              <a:rPr sz="2400" b="1">
                <a:solidFill>
                  <a:srgbClr val="3D8DFF"/>
                </a:solidFill>
                <a:latin typeface="Yu Gothic" panose="020B0400000000000000" charset="-128"/>
                <a:ea typeface="Yu Gothic" panose="020B0400000000000000" charset="-128"/>
                <a:cs typeface="Yu Gothic" panose="020B0400000000000000" charset="-128"/>
              </a:rPr>
              <a:t>最初に残した</a:t>
            </a:r>
            <a:endParaRPr sz="2400" b="1">
              <a:solidFill>
                <a:srgbClr val="3D8DFF"/>
              </a:solidFill>
              <a:latin typeface="Yu Gothic" panose="020B0400000000000000" charset="-128"/>
              <a:ea typeface="Yu Gothic" panose="020B0400000000000000" charset="-128"/>
              <a:cs typeface="Yu Gothic" panose="020B0400000000000000" charset="-128"/>
            </a:endParaRPr>
          </a:p>
        </p:txBody>
      </p:sp>
      <p:sp>
        <p:nvSpPr>
          <p:cNvPr id="9" name="矩形 8"/>
          <p:cNvSpPr>
            <a:spLocks noGrp="1"/>
          </p:cNvSpPr>
          <p:nvPr/>
        </p:nvSpPr>
        <p:spPr>
          <a:xfrm>
            <a:off x="6572250" y="2609850"/>
            <a:ext cx="4476750" cy="2000250"/>
          </a:xfrm>
          <a:prstGeom prst="rect">
            <a:avLst/>
          </a:prstGeom>
          <a:noFill/>
          <a:ln w="0">
            <a:noFill/>
            <a:prstDash val="solid"/>
          </a:ln>
        </p:spPr>
        <p:txBody>
          <a:bodyPr wrap="square" lIns="0" tIns="0" rIns="0" bIns="0" anchor="t">
            <a:normAutofit/>
          </a:bodyPr>
          <a:lstStyle/>
          <a:p>
            <a:pPr algn="l">
              <a:defRPr sz="2250" b="1">
                <a:solidFill>
                  <a:srgbClr val="111111"/>
                </a:solidFill>
                <a:latin typeface="Yu Gothic" panose="020B0400000000000000" charset="-128"/>
                <a:ea typeface="Yu Gothic" panose="020B0400000000000000" charset="-128"/>
                <a:cs typeface="Yu Gothic" panose="020B0400000000000000" charset="-128"/>
              </a:defRPr>
            </a:pPr>
            <a:r>
              <a:rPr sz="2250" b="1">
                <a:solidFill>
                  <a:srgbClr val="111111"/>
                </a:solidFill>
                <a:latin typeface="Yu Gothic" panose="020B0400000000000000" charset="-128"/>
                <a:ea typeface="Yu Gothic" panose="020B0400000000000000" charset="-128"/>
                <a:cs typeface="Yu Gothic" panose="020B0400000000000000" charset="-128"/>
              </a:rPr>
              <a:t>繰り返し生成できる</a:t>
            </a:r>
            <a:endParaRPr sz="2250" b="1">
              <a:solidFill>
                <a:srgbClr val="111111"/>
              </a:solidFill>
              <a:latin typeface="Yu Gothic" panose="020B0400000000000000" charset="-128"/>
              <a:ea typeface="Yu Gothic" panose="020B0400000000000000" charset="-128"/>
              <a:cs typeface="Yu Gothic" panose="020B0400000000000000" charset="-128"/>
            </a:endParaRPr>
          </a:p>
          <a:p>
            <a:pPr algn="l">
              <a:defRPr sz="2250" b="1">
                <a:solidFill>
                  <a:srgbClr val="111111"/>
                </a:solidFill>
                <a:latin typeface="Yu Gothic" panose="020B0400000000000000" charset="-128"/>
                <a:ea typeface="Yu Gothic" panose="020B0400000000000000" charset="-128"/>
                <a:cs typeface="Yu Gothic" panose="020B0400000000000000" charset="-128"/>
              </a:defRPr>
            </a:pPr>
            <a:r>
              <a:rPr sz="2250" b="1">
                <a:solidFill>
                  <a:srgbClr val="111111"/>
                </a:solidFill>
                <a:latin typeface="Yu Gothic" panose="020B0400000000000000" charset="-128"/>
                <a:ea typeface="Yu Gothic" panose="020B0400000000000000" charset="-128"/>
                <a:cs typeface="Yu Gothic" panose="020B0400000000000000" charset="-128"/>
              </a:rPr>
              <a:t>筆順と練習を見られる</a:t>
            </a:r>
            <a:endParaRPr sz="2250" b="1">
              <a:solidFill>
                <a:srgbClr val="111111"/>
              </a:solidFill>
              <a:latin typeface="Yu Gothic" panose="020B0400000000000000" charset="-128"/>
              <a:ea typeface="Yu Gothic" panose="020B0400000000000000" charset="-128"/>
              <a:cs typeface="Yu Gothic" panose="020B0400000000000000" charset="-128"/>
            </a:endParaRPr>
          </a:p>
          <a:p>
            <a:pPr algn="l">
              <a:defRPr sz="2250" b="1">
                <a:solidFill>
                  <a:srgbClr val="111111"/>
                </a:solidFill>
                <a:latin typeface="Yu Gothic" panose="020B0400000000000000" charset="-128"/>
                <a:ea typeface="Yu Gothic" panose="020B0400000000000000" charset="-128"/>
                <a:cs typeface="Yu Gothic" panose="020B0400000000000000" charset="-128"/>
              </a:defRPr>
            </a:pPr>
            <a:r>
              <a:rPr sz="2250" b="1">
                <a:solidFill>
                  <a:srgbClr val="111111"/>
                </a:solidFill>
                <a:latin typeface="Yu Gothic" panose="020B0400000000000000" charset="-128"/>
                <a:ea typeface="Yu Gothic" panose="020B0400000000000000" charset="-128"/>
                <a:cs typeface="Yu Gothic" panose="020B0400000000000000" charset="-128"/>
              </a:rPr>
              <a:t>A4で正しく印刷できる</a:t>
            </a:r>
            <a:endParaRPr sz="2250" b="1">
              <a:solidFill>
                <a:srgbClr val="111111"/>
              </a:solidFill>
              <a:latin typeface="Yu Gothic" panose="020B0400000000000000" charset="-128"/>
              <a:ea typeface="Yu Gothic" panose="020B0400000000000000" charset="-128"/>
              <a:cs typeface="Yu Gothic" panose="020B0400000000000000" charset="-128"/>
            </a:endParaRPr>
          </a:p>
        </p:txBody>
      </p:sp>
      <p:sp>
        <p:nvSpPr>
          <p:cNvPr id="10" name="圓角矩形 9"/>
          <p:cNvSpPr>
            <a:spLocks noGrp="1"/>
          </p:cNvSpPr>
          <p:nvPr/>
        </p:nvSpPr>
        <p:spPr>
          <a:xfrm>
            <a:off x="685800" y="5219700"/>
            <a:ext cx="10363200" cy="762000"/>
          </a:xfrm>
          <a:prstGeom prst="roundRect">
            <a:avLst>
              <a:gd name="adj" fmla="val 10000"/>
            </a:avLst>
          </a:prstGeom>
          <a:solidFill>
            <a:srgbClr val="F1F3F5"/>
          </a:solidFill>
          <a:ln w="0">
            <a:noFill/>
            <a:prstDash val="solid"/>
          </a:ln>
        </p:spPr>
      </p:sp>
      <p:sp>
        <p:nvSpPr>
          <p:cNvPr id="11" name="矩形 10"/>
          <p:cNvSpPr>
            <a:spLocks noGrp="1"/>
          </p:cNvSpPr>
          <p:nvPr/>
        </p:nvSpPr>
        <p:spPr>
          <a:xfrm>
            <a:off x="914400" y="5410200"/>
            <a:ext cx="9906000" cy="400050"/>
          </a:xfrm>
          <a:prstGeom prst="rect">
            <a:avLst/>
          </a:prstGeom>
          <a:noFill/>
          <a:ln w="0">
            <a:noFill/>
            <a:prstDash val="solid"/>
          </a:ln>
        </p:spPr>
        <p:txBody>
          <a:bodyPr wrap="square" lIns="0" tIns="0" rIns="0" bIns="0" anchor="t">
            <a:normAutofit/>
          </a:bodyPr>
          <a:lstStyle/>
          <a:p>
            <a:pPr algn="ctr">
              <a:defRPr sz="2025" b="1">
                <a:solidFill>
                  <a:srgbClr val="111111"/>
                </a:solidFill>
                <a:latin typeface="Yu Gothic" panose="020B0400000000000000" charset="-128"/>
                <a:ea typeface="Yu Gothic" panose="020B0400000000000000" charset="-128"/>
                <a:cs typeface="Yu Gothic" panose="020B0400000000000000" charset="-128"/>
              </a:defRPr>
            </a:pPr>
            <a:r>
              <a:rPr sz="2025" b="1">
                <a:solidFill>
                  <a:srgbClr val="111111"/>
                </a:solidFill>
                <a:latin typeface="Yu Gothic" panose="020B0400000000000000" charset="-128"/>
                <a:ea typeface="Yu Gothic" panose="020B0400000000000000" charset="-128"/>
                <a:cs typeface="Yu Gothic" panose="020B0400000000000000" charset="-128"/>
              </a:rPr>
              <a:t>機能を削る＝失敗ではない。重要な機能を先に完成させる。</a:t>
            </a:r>
            <a:endParaRPr sz="2025" b="1">
              <a:solidFill>
                <a:srgbClr val="111111"/>
              </a:solidFill>
              <a:latin typeface="Yu Gothic" panose="020B0400000000000000" charset="-128"/>
              <a:ea typeface="Yu Gothic" panose="020B0400000000000000" charset="-128"/>
              <a:cs typeface="Yu Gothic" panose="020B0400000000000000" charset="-128"/>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矩形 10"/>
          <p:cNvSpPr>
            <a:spLocks noGrp="1"/>
          </p:cNvSpPr>
          <p:nvPr/>
        </p:nvSpPr>
        <p:spPr>
          <a:xfrm>
            <a:off x="533400" y="285750"/>
            <a:ext cx="34290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Yu Gothic" panose="020B0400000000000000" charset="-128"/>
                <a:ea typeface="Yu Gothic" panose="020B0400000000000000" charset="-128"/>
                <a:cs typeface="Yu Gothic" panose="020B0400000000000000" charset="-128"/>
              </a:defRPr>
            </a:pPr>
            <a:r>
              <a:rPr sz="1200" b="1">
                <a:solidFill>
                  <a:srgbClr val="3D8DFF"/>
                </a:solidFill>
                <a:latin typeface="Yu Gothic" panose="020B0400000000000000" charset="-128"/>
                <a:ea typeface="Yu Gothic" panose="020B0400000000000000" charset="-128"/>
                <a:cs typeface="Yu Gothic" panose="020B0400000000000000" charset="-128"/>
              </a:rPr>
              <a:t>3｜漢字サイトの実例</a:t>
            </a:r>
            <a:endParaRPr sz="1200" b="1">
              <a:solidFill>
                <a:srgbClr val="3D8DFF"/>
              </a:solidFill>
              <a:latin typeface="Yu Gothic" panose="020B0400000000000000" charset="-128"/>
              <a:ea typeface="Yu Gothic" panose="020B0400000000000000" charset="-128"/>
              <a:cs typeface="Yu Gothic" panose="020B0400000000000000" charset="-128"/>
            </a:endParaRPr>
          </a:p>
        </p:txBody>
      </p:sp>
      <p:sp>
        <p:nvSpPr>
          <p:cNvPr id="2" name="矩形 1"/>
          <p:cNvSpPr>
            <a:spLocks noGrp="1"/>
          </p:cNvSpPr>
          <p:nvPr/>
        </p:nvSpPr>
        <p:spPr>
          <a:xfrm>
            <a:off x="533400" y="628650"/>
            <a:ext cx="11125200" cy="609600"/>
          </a:xfrm>
          <a:prstGeom prst="rect">
            <a:avLst/>
          </a:prstGeom>
          <a:noFill/>
          <a:ln w="0">
            <a:noFill/>
            <a:prstDash val="solid"/>
          </a:ln>
        </p:spPr>
        <p:txBody>
          <a:bodyPr wrap="square" lIns="0" tIns="0" rIns="0" bIns="0" anchor="t">
            <a:normAutofit/>
          </a:bodyPr>
          <a:lstStyle/>
          <a:p>
            <a:pPr algn="l">
              <a:defRPr sz="3450" b="1">
                <a:solidFill>
                  <a:srgbClr val="111111"/>
                </a:solidFill>
                <a:latin typeface="Yu Gothic" panose="020B0400000000000000" charset="-128"/>
                <a:ea typeface="Yu Gothic" panose="020B0400000000000000" charset="-128"/>
                <a:cs typeface="Yu Gothic" panose="020B0400000000000000" charset="-128"/>
              </a:defRPr>
            </a:pPr>
            <a:r>
              <a:rPr lang="en-US" sz="3450" b="1">
                <a:solidFill>
                  <a:srgbClr val="111111"/>
                </a:solidFill>
                <a:latin typeface="Yu Gothic" panose="020B0400000000000000" charset="-128"/>
                <a:ea typeface="Yu Gothic" panose="020B0400000000000000" charset="-128"/>
                <a:cs typeface="Yu Gothic" panose="020B0400000000000000" charset="-128"/>
              </a:rPr>
              <a:t>3.</a:t>
            </a:r>
            <a:r>
              <a:rPr sz="3450" b="1">
                <a:solidFill>
                  <a:srgbClr val="111111"/>
                </a:solidFill>
                <a:latin typeface="Yu Gothic" panose="020B0400000000000000" charset="-128"/>
                <a:ea typeface="Yu Gothic" panose="020B0400000000000000" charset="-128"/>
                <a:cs typeface="Yu Gothic" panose="020B0400000000000000" charset="-128"/>
              </a:rPr>
              <a:t>「中身」と「包み」を分けて考える</a:t>
            </a:r>
            <a:endParaRPr sz="3450" b="1">
              <a:solidFill>
                <a:srgbClr val="111111"/>
              </a:solidFill>
              <a:latin typeface="Yu Gothic" panose="020B0400000000000000" charset="-128"/>
              <a:ea typeface="Yu Gothic" panose="020B0400000000000000" charset="-128"/>
              <a:cs typeface="Yu Gothic" panose="020B0400000000000000" charset="-128"/>
            </a:endParaRPr>
          </a:p>
        </p:txBody>
      </p:sp>
      <p:cxnSp>
        <p:nvCxnSpPr>
          <p:cNvPr id="13" name="直線單箭頭接點 12"/>
          <p:cNvCxnSpPr/>
          <p:nvPr/>
        </p:nvCxnSpPr>
        <p:spPr>
          <a:xfrm>
            <a:off x="533400" y="1371600"/>
            <a:ext cx="11125200" cy="0"/>
          </a:xfrm>
          <a:prstGeom prst="straightConnector1">
            <a:avLst/>
          </a:prstGeom>
          <a:ln w="9525">
            <a:solidFill>
              <a:srgbClr val="C6CBD2"/>
            </a:solidFill>
            <a:prstDash val="solid"/>
          </a:ln>
        </p:spPr>
      </p:cxnSp>
      <p:sp>
        <p:nvSpPr>
          <p:cNvPr id="4" name="矩形 3"/>
          <p:cNvSpPr>
            <a:spLocks noGrp="1"/>
          </p:cNvSpPr>
          <p:nvPr/>
        </p:nvSpPr>
        <p:spPr>
          <a:xfrm>
            <a:off x="11144250" y="6419850"/>
            <a:ext cx="514350" cy="190500"/>
          </a:xfrm>
          <a:prstGeom prst="rect">
            <a:avLst/>
          </a:prstGeom>
          <a:noFill/>
          <a:ln w="0">
            <a:noFill/>
            <a:prstDash val="solid"/>
          </a:ln>
        </p:spPr>
        <p:txBody>
          <a:bodyPr wrap="square" lIns="0" tIns="0" rIns="0" bIns="0" anchor="t">
            <a:normAutofit/>
          </a:bodyPr>
          <a:lstStyle/>
          <a:p>
            <a:pPr algn="r">
              <a:defRPr sz="1050" b="0">
                <a:solidFill>
                  <a:srgbClr val="5D6470"/>
                </a:solidFill>
                <a:latin typeface="Yu Gothic" panose="020B0400000000000000" charset="-128"/>
                <a:ea typeface="Yu Gothic" panose="020B0400000000000000" charset="-128"/>
                <a:cs typeface="Yu Gothic" panose="020B0400000000000000" charset="-128"/>
              </a:defRPr>
            </a:pPr>
            <a:r>
              <a:rPr sz="1050" b="0">
                <a:solidFill>
                  <a:srgbClr val="5D6470"/>
                </a:solidFill>
                <a:latin typeface="Yu Gothic" panose="020B0400000000000000" charset="-128"/>
                <a:ea typeface="Yu Gothic" panose="020B0400000000000000" charset="-128"/>
                <a:cs typeface="Yu Gothic" panose="020B0400000000000000" charset="-128"/>
              </a:rPr>
              <a:t>10</a:t>
            </a:r>
            <a:endParaRPr sz="1050" b="0">
              <a:solidFill>
                <a:srgbClr val="5D6470"/>
              </a:solidFill>
              <a:latin typeface="Yu Gothic" panose="020B0400000000000000" charset="-128"/>
              <a:ea typeface="Yu Gothic" panose="020B0400000000000000" charset="-128"/>
              <a:cs typeface="Yu Gothic" panose="020B0400000000000000" charset="-128"/>
            </a:endParaRPr>
          </a:p>
        </p:txBody>
      </p:sp>
      <p:sp>
        <p:nvSpPr>
          <p:cNvPr id="5" name="矩形 4"/>
          <p:cNvSpPr>
            <a:spLocks noGrp="1"/>
          </p:cNvSpPr>
          <p:nvPr/>
        </p:nvSpPr>
        <p:spPr>
          <a:xfrm>
            <a:off x="685800" y="1905000"/>
            <a:ext cx="4572000" cy="514350"/>
          </a:xfrm>
          <a:prstGeom prst="rect">
            <a:avLst/>
          </a:prstGeom>
          <a:noFill/>
          <a:ln w="0">
            <a:noFill/>
            <a:prstDash val="solid"/>
          </a:ln>
        </p:spPr>
        <p:txBody>
          <a:bodyPr wrap="square" lIns="0" tIns="0" rIns="0" bIns="0" anchor="t">
            <a:normAutofit/>
          </a:bodyPr>
          <a:lstStyle/>
          <a:p>
            <a:pPr algn="l">
              <a:defRPr sz="2400" b="1">
                <a:solidFill>
                  <a:srgbClr val="3D8DFF"/>
                </a:solidFill>
                <a:latin typeface="Yu Gothic" panose="020B0400000000000000" charset="-128"/>
                <a:ea typeface="Yu Gothic" panose="020B0400000000000000" charset="-128"/>
                <a:cs typeface="Yu Gothic" panose="020B0400000000000000" charset="-128"/>
              </a:defRPr>
            </a:pPr>
            <a:r>
              <a:rPr sz="2400" b="1">
                <a:solidFill>
                  <a:srgbClr val="3D8DFF"/>
                </a:solidFill>
                <a:latin typeface="Yu Gothic" panose="020B0400000000000000" charset="-128"/>
                <a:ea typeface="Yu Gothic" panose="020B0400000000000000" charset="-128"/>
                <a:cs typeface="Yu Gothic" panose="020B0400000000000000" charset="-128"/>
              </a:rPr>
              <a:t>中身｜データ</a:t>
            </a:r>
            <a:endParaRPr sz="2400" b="1">
              <a:solidFill>
                <a:srgbClr val="3D8DFF"/>
              </a:solidFill>
              <a:latin typeface="Yu Gothic" panose="020B0400000000000000" charset="-128"/>
              <a:ea typeface="Yu Gothic" panose="020B0400000000000000" charset="-128"/>
              <a:cs typeface="Yu Gothic" panose="020B0400000000000000" charset="-128"/>
            </a:endParaRPr>
          </a:p>
        </p:txBody>
      </p:sp>
      <p:sp>
        <p:nvSpPr>
          <p:cNvPr id="6" name="矩形 5"/>
          <p:cNvSpPr>
            <a:spLocks noGrp="1"/>
          </p:cNvSpPr>
          <p:nvPr/>
        </p:nvSpPr>
        <p:spPr>
          <a:xfrm>
            <a:off x="685800" y="2686050"/>
            <a:ext cx="4572000" cy="2190750"/>
          </a:xfrm>
          <a:prstGeom prst="rect">
            <a:avLst/>
          </a:prstGeom>
          <a:noFill/>
          <a:ln w="0">
            <a:noFill/>
            <a:prstDash val="solid"/>
          </a:ln>
        </p:spPr>
        <p:txBody>
          <a:bodyPr wrap="square" lIns="0" tIns="0" rIns="0" bIns="0" anchor="t">
            <a:normAutofit/>
          </a:bodyPr>
          <a:lstStyle/>
          <a:p>
            <a:pPr algn="l">
              <a:defRPr sz="2175" b="0">
                <a:solidFill>
                  <a:srgbClr val="111111"/>
                </a:solidFill>
                <a:latin typeface="Yu Gothic" panose="020B0400000000000000" charset="-128"/>
                <a:ea typeface="Yu Gothic" panose="020B0400000000000000" charset="-128"/>
                <a:cs typeface="Yu Gothic" panose="020B0400000000000000" charset="-128"/>
              </a:defRPr>
            </a:pPr>
            <a:r>
              <a:rPr sz="2175" b="0">
                <a:solidFill>
                  <a:srgbClr val="111111"/>
                </a:solidFill>
                <a:latin typeface="Yu Gothic" panose="020B0400000000000000" charset="-128"/>
                <a:ea typeface="Yu Gothic" panose="020B0400000000000000" charset="-128"/>
                <a:cs typeface="Yu Gothic" panose="020B0400000000000000" charset="-128"/>
              </a:rPr>
              <a:t>漢字リスト</a:t>
            </a:r>
            <a:endParaRPr sz="2175" b="0">
              <a:solidFill>
                <a:srgbClr val="111111"/>
              </a:solidFill>
              <a:latin typeface="Yu Gothic" panose="020B0400000000000000" charset="-128"/>
              <a:ea typeface="Yu Gothic" panose="020B0400000000000000" charset="-128"/>
              <a:cs typeface="Yu Gothic" panose="020B0400000000000000" charset="-128"/>
            </a:endParaRPr>
          </a:p>
          <a:p>
            <a:pPr algn="l">
              <a:defRPr sz="2175" b="0">
                <a:solidFill>
                  <a:srgbClr val="111111"/>
                </a:solidFill>
                <a:latin typeface="Yu Gothic" panose="020B0400000000000000" charset="-128"/>
                <a:ea typeface="Yu Gothic" panose="020B0400000000000000" charset="-128"/>
                <a:cs typeface="Yu Gothic" panose="020B0400000000000000" charset="-128"/>
              </a:defRPr>
            </a:pPr>
            <a:r>
              <a:rPr sz="2175" b="0">
                <a:solidFill>
                  <a:srgbClr val="111111"/>
                </a:solidFill>
                <a:latin typeface="Yu Gothic" panose="020B0400000000000000" charset="-128"/>
                <a:ea typeface="Yu Gothic" panose="020B0400000000000000" charset="-128"/>
                <a:cs typeface="Yu Gothic" panose="020B0400000000000000" charset="-128"/>
              </a:rPr>
              <a:t>読み方・例語</a:t>
            </a:r>
            <a:endParaRPr sz="2175" b="0">
              <a:solidFill>
                <a:srgbClr val="111111"/>
              </a:solidFill>
              <a:latin typeface="Yu Gothic" panose="020B0400000000000000" charset="-128"/>
              <a:ea typeface="Yu Gothic" panose="020B0400000000000000" charset="-128"/>
              <a:cs typeface="Yu Gothic" panose="020B0400000000000000" charset="-128"/>
            </a:endParaRPr>
          </a:p>
          <a:p>
            <a:pPr algn="l">
              <a:defRPr sz="2175" b="0">
                <a:solidFill>
                  <a:srgbClr val="111111"/>
                </a:solidFill>
                <a:latin typeface="Yu Gothic" panose="020B0400000000000000" charset="-128"/>
                <a:ea typeface="Yu Gothic" panose="020B0400000000000000" charset="-128"/>
                <a:cs typeface="Yu Gothic" panose="020B0400000000000000" charset="-128"/>
              </a:defRPr>
            </a:pPr>
            <a:r>
              <a:rPr sz="2175" b="0">
                <a:solidFill>
                  <a:srgbClr val="111111"/>
                </a:solidFill>
                <a:latin typeface="Yu Gothic" panose="020B0400000000000000" charset="-128"/>
                <a:ea typeface="Yu Gothic" panose="020B0400000000000000" charset="-128"/>
                <a:cs typeface="Yu Gothic" panose="020B0400000000000000" charset="-128"/>
              </a:rPr>
              <a:t>筆画数・筆順パス</a:t>
            </a:r>
            <a:endParaRPr sz="2175" b="0">
              <a:solidFill>
                <a:srgbClr val="111111"/>
              </a:solidFill>
              <a:latin typeface="Yu Gothic" panose="020B0400000000000000" charset="-128"/>
              <a:ea typeface="Yu Gothic" panose="020B0400000000000000" charset="-128"/>
              <a:cs typeface="Yu Gothic" panose="020B0400000000000000" charset="-128"/>
            </a:endParaRPr>
          </a:p>
          <a:p>
            <a:pPr algn="l">
              <a:defRPr sz="2175" b="0">
                <a:solidFill>
                  <a:srgbClr val="111111"/>
                </a:solidFill>
                <a:latin typeface="Yu Gothic" panose="020B0400000000000000" charset="-128"/>
                <a:ea typeface="Yu Gothic" panose="020B0400000000000000" charset="-128"/>
                <a:cs typeface="Yu Gothic" panose="020B0400000000000000" charset="-128"/>
              </a:defRPr>
            </a:pPr>
            <a:r>
              <a:rPr sz="2175" b="0">
                <a:solidFill>
                  <a:srgbClr val="111111"/>
                </a:solidFill>
                <a:latin typeface="Yu Gothic" panose="020B0400000000000000" charset="-128"/>
                <a:ea typeface="Yu Gothic" panose="020B0400000000000000" charset="-128"/>
                <a:cs typeface="Yu Gothic" panose="020B0400000000000000" charset="-128"/>
              </a:rPr>
              <a:t>問題・答え</a:t>
            </a:r>
            <a:endParaRPr sz="2175" b="0">
              <a:solidFill>
                <a:srgbClr val="111111"/>
              </a:solidFill>
              <a:latin typeface="Yu Gothic" panose="020B0400000000000000" charset="-128"/>
              <a:ea typeface="Yu Gothic" panose="020B0400000000000000" charset="-128"/>
              <a:cs typeface="Yu Gothic" panose="020B0400000000000000" charset="-128"/>
            </a:endParaRPr>
          </a:p>
        </p:txBody>
      </p:sp>
      <p:sp>
        <p:nvSpPr>
          <p:cNvPr id="7" name="矩形 6"/>
          <p:cNvSpPr>
            <a:spLocks noGrp="1"/>
          </p:cNvSpPr>
          <p:nvPr/>
        </p:nvSpPr>
        <p:spPr>
          <a:xfrm>
            <a:off x="6572250" y="1905000"/>
            <a:ext cx="4572000" cy="514350"/>
          </a:xfrm>
          <a:prstGeom prst="rect">
            <a:avLst/>
          </a:prstGeom>
          <a:noFill/>
          <a:ln w="0">
            <a:noFill/>
            <a:prstDash val="solid"/>
          </a:ln>
        </p:spPr>
        <p:txBody>
          <a:bodyPr wrap="square" lIns="0" tIns="0" rIns="0" bIns="0" anchor="t">
            <a:normAutofit/>
          </a:bodyPr>
          <a:lstStyle/>
          <a:p>
            <a:pPr algn="l">
              <a:defRPr sz="2400" b="1">
                <a:solidFill>
                  <a:srgbClr val="111111"/>
                </a:solidFill>
                <a:latin typeface="Yu Gothic" panose="020B0400000000000000" charset="-128"/>
                <a:ea typeface="Yu Gothic" panose="020B0400000000000000" charset="-128"/>
                <a:cs typeface="Yu Gothic" panose="020B0400000000000000" charset="-128"/>
              </a:defRPr>
            </a:pPr>
            <a:r>
              <a:rPr sz="2400" b="1">
                <a:solidFill>
                  <a:srgbClr val="111111"/>
                </a:solidFill>
                <a:latin typeface="Yu Gothic" panose="020B0400000000000000" charset="-128"/>
                <a:ea typeface="Yu Gothic" panose="020B0400000000000000" charset="-128"/>
                <a:cs typeface="Yu Gothic" panose="020B0400000000000000" charset="-128"/>
              </a:rPr>
              <a:t>包み｜UIと機能</a:t>
            </a:r>
            <a:endParaRPr sz="2400" b="1">
              <a:solidFill>
                <a:srgbClr val="111111"/>
              </a:solidFill>
              <a:latin typeface="Yu Gothic" panose="020B0400000000000000" charset="-128"/>
              <a:ea typeface="Yu Gothic" panose="020B0400000000000000" charset="-128"/>
              <a:cs typeface="Yu Gothic" panose="020B0400000000000000" charset="-128"/>
            </a:endParaRPr>
          </a:p>
        </p:txBody>
      </p:sp>
      <p:sp>
        <p:nvSpPr>
          <p:cNvPr id="8" name="矩形 7"/>
          <p:cNvSpPr>
            <a:spLocks noGrp="1"/>
          </p:cNvSpPr>
          <p:nvPr/>
        </p:nvSpPr>
        <p:spPr>
          <a:xfrm>
            <a:off x="6572250" y="2686050"/>
            <a:ext cx="4572000" cy="2190750"/>
          </a:xfrm>
          <a:prstGeom prst="rect">
            <a:avLst/>
          </a:prstGeom>
          <a:noFill/>
          <a:ln w="0">
            <a:noFill/>
            <a:prstDash val="solid"/>
          </a:ln>
        </p:spPr>
        <p:txBody>
          <a:bodyPr wrap="square" lIns="0" tIns="0" rIns="0" bIns="0" anchor="t">
            <a:normAutofit/>
          </a:bodyPr>
          <a:lstStyle/>
          <a:p>
            <a:pPr algn="l">
              <a:defRPr sz="2175" b="0">
                <a:solidFill>
                  <a:srgbClr val="111111"/>
                </a:solidFill>
                <a:latin typeface="Yu Gothic" panose="020B0400000000000000" charset="-128"/>
                <a:ea typeface="Yu Gothic" panose="020B0400000000000000" charset="-128"/>
                <a:cs typeface="Yu Gothic" panose="020B0400000000000000" charset="-128"/>
              </a:defRPr>
            </a:pPr>
            <a:r>
              <a:rPr sz="2175" b="0">
                <a:solidFill>
                  <a:srgbClr val="111111"/>
                </a:solidFill>
                <a:latin typeface="Yu Gothic" panose="020B0400000000000000" charset="-128"/>
                <a:ea typeface="Yu Gothic" panose="020B0400000000000000" charset="-128"/>
                <a:cs typeface="Yu Gothic" panose="020B0400000000000000" charset="-128"/>
              </a:rPr>
              <a:t>なぞり書き</a:t>
            </a:r>
            <a:endParaRPr sz="2175" b="0">
              <a:solidFill>
                <a:srgbClr val="111111"/>
              </a:solidFill>
              <a:latin typeface="Yu Gothic" panose="020B0400000000000000" charset="-128"/>
              <a:ea typeface="Yu Gothic" panose="020B0400000000000000" charset="-128"/>
              <a:cs typeface="Yu Gothic" panose="020B0400000000000000" charset="-128"/>
            </a:endParaRPr>
          </a:p>
          <a:p>
            <a:pPr algn="l">
              <a:defRPr sz="2175" b="0">
                <a:solidFill>
                  <a:srgbClr val="111111"/>
                </a:solidFill>
                <a:latin typeface="Yu Gothic" panose="020B0400000000000000" charset="-128"/>
                <a:ea typeface="Yu Gothic" panose="020B0400000000000000" charset="-128"/>
                <a:cs typeface="Yu Gothic" panose="020B0400000000000000" charset="-128"/>
              </a:defRPr>
            </a:pPr>
            <a:r>
              <a:rPr sz="2175" b="0">
                <a:solidFill>
                  <a:srgbClr val="111111"/>
                </a:solidFill>
                <a:latin typeface="Yu Gothic" panose="020B0400000000000000" charset="-128"/>
                <a:ea typeface="Yu Gothic" panose="020B0400000000000000" charset="-128"/>
                <a:cs typeface="Yu Gothic" panose="020B0400000000000000" charset="-128"/>
              </a:rPr>
              <a:t>筆順アニメーション</a:t>
            </a:r>
            <a:endParaRPr sz="2175" b="0">
              <a:solidFill>
                <a:srgbClr val="111111"/>
              </a:solidFill>
              <a:latin typeface="Yu Gothic" panose="020B0400000000000000" charset="-128"/>
              <a:ea typeface="Yu Gothic" panose="020B0400000000000000" charset="-128"/>
              <a:cs typeface="Yu Gothic" panose="020B0400000000000000" charset="-128"/>
            </a:endParaRPr>
          </a:p>
          <a:p>
            <a:pPr algn="l">
              <a:defRPr sz="2175" b="0">
                <a:solidFill>
                  <a:srgbClr val="111111"/>
                </a:solidFill>
                <a:latin typeface="Yu Gothic" panose="020B0400000000000000" charset="-128"/>
                <a:ea typeface="Yu Gothic" panose="020B0400000000000000" charset="-128"/>
                <a:cs typeface="Yu Gothic" panose="020B0400000000000000" charset="-128"/>
              </a:defRPr>
            </a:pPr>
            <a:r>
              <a:rPr sz="2175" b="0">
                <a:solidFill>
                  <a:srgbClr val="111111"/>
                </a:solidFill>
                <a:latin typeface="Yu Gothic" panose="020B0400000000000000" charset="-128"/>
                <a:ea typeface="Yu Gothic" panose="020B0400000000000000" charset="-128"/>
                <a:cs typeface="Yu Gothic" panose="020B0400000000000000" charset="-128"/>
              </a:rPr>
              <a:t>練習／解答モード</a:t>
            </a:r>
            <a:endParaRPr sz="2175" b="0">
              <a:solidFill>
                <a:srgbClr val="111111"/>
              </a:solidFill>
              <a:latin typeface="Yu Gothic" panose="020B0400000000000000" charset="-128"/>
              <a:ea typeface="Yu Gothic" panose="020B0400000000000000" charset="-128"/>
              <a:cs typeface="Yu Gothic" panose="020B0400000000000000" charset="-128"/>
            </a:endParaRPr>
          </a:p>
          <a:p>
            <a:pPr algn="l">
              <a:defRPr sz="2175" b="0">
                <a:solidFill>
                  <a:srgbClr val="111111"/>
                </a:solidFill>
                <a:latin typeface="Yu Gothic" panose="020B0400000000000000" charset="-128"/>
                <a:ea typeface="Yu Gothic" panose="020B0400000000000000" charset="-128"/>
                <a:cs typeface="Yu Gothic" panose="020B0400000000000000" charset="-128"/>
              </a:defRPr>
            </a:pPr>
            <a:r>
              <a:rPr sz="2175" b="0">
                <a:solidFill>
                  <a:srgbClr val="111111"/>
                </a:solidFill>
                <a:latin typeface="Yu Gothic" panose="020B0400000000000000" charset="-128"/>
                <a:ea typeface="Yu Gothic" panose="020B0400000000000000" charset="-128"/>
                <a:cs typeface="Yu Gothic" panose="020B0400000000000000" charset="-128"/>
              </a:rPr>
              <a:t>A4印刷</a:t>
            </a:r>
            <a:endParaRPr sz="2175" b="0">
              <a:solidFill>
                <a:srgbClr val="111111"/>
              </a:solidFill>
              <a:latin typeface="Yu Gothic" panose="020B0400000000000000" charset="-128"/>
              <a:ea typeface="Yu Gothic" panose="020B0400000000000000" charset="-128"/>
              <a:cs typeface="Yu Gothic" panose="020B0400000000000000" charset="-128"/>
            </a:endParaRPr>
          </a:p>
        </p:txBody>
      </p:sp>
      <p:cxnSp>
        <p:nvCxnSpPr>
          <p:cNvPr id="19" name="直線單箭頭接點 18"/>
          <p:cNvCxnSpPr/>
          <p:nvPr/>
        </p:nvCxnSpPr>
        <p:spPr>
          <a:xfrm>
            <a:off x="5905500" y="1809750"/>
            <a:ext cx="0" cy="0"/>
          </a:xfrm>
          <a:prstGeom prst="straightConnector1">
            <a:avLst/>
          </a:prstGeom>
          <a:ln w="9525">
            <a:solidFill>
              <a:srgbClr val="C6CBD2"/>
            </a:solidFill>
            <a:prstDash val="solid"/>
          </a:ln>
        </p:spPr>
      </p:cxnSp>
      <p:sp>
        <p:nvSpPr>
          <p:cNvPr id="10" name="矩形 9"/>
          <p:cNvSpPr>
            <a:spLocks noGrp="1"/>
          </p:cNvSpPr>
          <p:nvPr/>
        </p:nvSpPr>
        <p:spPr>
          <a:xfrm>
            <a:off x="685800" y="5524500"/>
            <a:ext cx="10477500" cy="457200"/>
          </a:xfrm>
          <a:prstGeom prst="rect">
            <a:avLst/>
          </a:prstGeom>
          <a:noFill/>
          <a:ln w="0">
            <a:noFill/>
            <a:prstDash val="solid"/>
          </a:ln>
        </p:spPr>
        <p:txBody>
          <a:bodyPr wrap="square" lIns="0" tIns="0" rIns="0" bIns="0" anchor="t">
            <a:normAutofit/>
          </a:bodyPr>
          <a:lstStyle/>
          <a:p>
            <a:pPr algn="l">
              <a:defRPr sz="1950" b="1">
                <a:solidFill>
                  <a:srgbClr val="D45D5D"/>
                </a:solidFill>
                <a:latin typeface="Yu Gothic" panose="020B0400000000000000" charset="-128"/>
                <a:ea typeface="Yu Gothic" panose="020B0400000000000000" charset="-128"/>
                <a:cs typeface="Yu Gothic" panose="020B0400000000000000" charset="-128"/>
              </a:defRPr>
            </a:pPr>
            <a:r>
              <a:rPr sz="1950" b="1">
                <a:solidFill>
                  <a:srgbClr val="D45D5D"/>
                </a:solidFill>
                <a:latin typeface="Yu Gothic" panose="020B0400000000000000" charset="-128"/>
                <a:ea typeface="Yu Gothic" panose="020B0400000000000000" charset="-128"/>
                <a:cs typeface="Yu Gothic" panose="020B0400000000000000" charset="-128"/>
              </a:rPr>
              <a:t>一番難しかったのは画面ではなく、筆順データ。→ KanjiVG</a:t>
            </a:r>
            <a:endParaRPr sz="1950" b="1">
              <a:solidFill>
                <a:srgbClr val="D45D5D"/>
              </a:solidFill>
              <a:latin typeface="Yu Gothic" panose="020B0400000000000000" charset="-128"/>
              <a:ea typeface="Yu Gothic" panose="020B0400000000000000" charset="-128"/>
              <a:cs typeface="Yu Gothic" panose="020B0400000000000000" charset="-128"/>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矩形 10"/>
          <p:cNvSpPr>
            <a:spLocks noGrp="1"/>
          </p:cNvSpPr>
          <p:nvPr/>
        </p:nvSpPr>
        <p:spPr>
          <a:xfrm>
            <a:off x="533400" y="285750"/>
            <a:ext cx="34290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Yu Gothic" panose="020B0400000000000000" charset="-128"/>
                <a:ea typeface="Yu Gothic" panose="020B0400000000000000" charset="-128"/>
                <a:cs typeface="Yu Gothic" panose="020B0400000000000000" charset="-128"/>
              </a:defRPr>
            </a:pPr>
            <a:r>
              <a:rPr sz="1200" b="1">
                <a:solidFill>
                  <a:srgbClr val="3D8DFF"/>
                </a:solidFill>
                <a:latin typeface="Yu Gothic" panose="020B0400000000000000" charset="-128"/>
                <a:ea typeface="Yu Gothic" panose="020B0400000000000000" charset="-128"/>
                <a:cs typeface="Yu Gothic" panose="020B0400000000000000" charset="-128"/>
              </a:rPr>
              <a:t>3｜漢字サイトの実例</a:t>
            </a:r>
            <a:endParaRPr sz="1200" b="1">
              <a:solidFill>
                <a:srgbClr val="3D8DFF"/>
              </a:solidFill>
              <a:latin typeface="Yu Gothic" panose="020B0400000000000000" charset="-128"/>
              <a:ea typeface="Yu Gothic" panose="020B0400000000000000" charset="-128"/>
              <a:cs typeface="Yu Gothic" panose="020B0400000000000000" charset="-128"/>
            </a:endParaRPr>
          </a:p>
        </p:txBody>
      </p:sp>
      <p:sp>
        <p:nvSpPr>
          <p:cNvPr id="2" name="矩形 1"/>
          <p:cNvSpPr>
            <a:spLocks noGrp="1"/>
          </p:cNvSpPr>
          <p:nvPr/>
        </p:nvSpPr>
        <p:spPr>
          <a:xfrm>
            <a:off x="533400" y="628650"/>
            <a:ext cx="11125200" cy="609600"/>
          </a:xfrm>
          <a:prstGeom prst="rect">
            <a:avLst/>
          </a:prstGeom>
          <a:noFill/>
          <a:ln w="0">
            <a:noFill/>
            <a:prstDash val="solid"/>
          </a:ln>
        </p:spPr>
        <p:txBody>
          <a:bodyPr wrap="square" lIns="0" tIns="0" rIns="0" bIns="0" anchor="t">
            <a:normAutofit/>
          </a:bodyPr>
          <a:lstStyle/>
          <a:p>
            <a:pPr algn="l">
              <a:defRPr sz="3450" b="1">
                <a:solidFill>
                  <a:srgbClr val="111111"/>
                </a:solidFill>
                <a:latin typeface="Yu Gothic" panose="020B0400000000000000" charset="-128"/>
                <a:ea typeface="Yu Gothic" panose="020B0400000000000000" charset="-128"/>
                <a:cs typeface="Yu Gothic" panose="020B0400000000000000" charset="-128"/>
              </a:defRPr>
            </a:pPr>
            <a:r>
              <a:rPr sz="3450" b="1">
                <a:solidFill>
                  <a:srgbClr val="111111"/>
                </a:solidFill>
                <a:latin typeface="Yu Gothic" panose="020B0400000000000000" charset="-128"/>
                <a:ea typeface="Yu Gothic" panose="020B0400000000000000" charset="-128"/>
                <a:cs typeface="Yu Gothic" panose="020B0400000000000000" charset="-128"/>
              </a:rPr>
              <a:t>ChatとAgentは、見えている範囲が違う</a:t>
            </a:r>
            <a:endParaRPr sz="3450" b="1">
              <a:solidFill>
                <a:srgbClr val="111111"/>
              </a:solidFill>
              <a:latin typeface="Yu Gothic" panose="020B0400000000000000" charset="-128"/>
              <a:ea typeface="Yu Gothic" panose="020B0400000000000000" charset="-128"/>
              <a:cs typeface="Yu Gothic" panose="020B0400000000000000" charset="-128"/>
            </a:endParaRPr>
          </a:p>
        </p:txBody>
      </p:sp>
      <p:cxnSp>
        <p:nvCxnSpPr>
          <p:cNvPr id="13" name="直線單箭頭接點 12"/>
          <p:cNvCxnSpPr/>
          <p:nvPr/>
        </p:nvCxnSpPr>
        <p:spPr>
          <a:xfrm>
            <a:off x="533400" y="1371600"/>
            <a:ext cx="11125200" cy="0"/>
          </a:xfrm>
          <a:prstGeom prst="straightConnector1">
            <a:avLst/>
          </a:prstGeom>
          <a:ln w="9525">
            <a:solidFill>
              <a:srgbClr val="C6CBD2"/>
            </a:solidFill>
            <a:prstDash val="solid"/>
          </a:ln>
        </p:spPr>
      </p:cxnSp>
      <p:sp>
        <p:nvSpPr>
          <p:cNvPr id="4" name="矩形 3"/>
          <p:cNvSpPr>
            <a:spLocks noGrp="1"/>
          </p:cNvSpPr>
          <p:nvPr/>
        </p:nvSpPr>
        <p:spPr>
          <a:xfrm>
            <a:off x="11144250" y="6419850"/>
            <a:ext cx="514350" cy="190500"/>
          </a:xfrm>
          <a:prstGeom prst="rect">
            <a:avLst/>
          </a:prstGeom>
          <a:noFill/>
          <a:ln w="0">
            <a:noFill/>
            <a:prstDash val="solid"/>
          </a:ln>
        </p:spPr>
        <p:txBody>
          <a:bodyPr wrap="square" lIns="0" tIns="0" rIns="0" bIns="0" anchor="t">
            <a:normAutofit/>
          </a:bodyPr>
          <a:lstStyle/>
          <a:p>
            <a:pPr algn="r">
              <a:defRPr sz="1050" b="0">
                <a:solidFill>
                  <a:srgbClr val="5D6470"/>
                </a:solidFill>
                <a:latin typeface="Yu Gothic" panose="020B0400000000000000" charset="-128"/>
                <a:ea typeface="Yu Gothic" panose="020B0400000000000000" charset="-128"/>
                <a:cs typeface="Yu Gothic" panose="020B0400000000000000" charset="-128"/>
              </a:defRPr>
            </a:pPr>
            <a:r>
              <a:rPr sz="1050" b="0">
                <a:solidFill>
                  <a:srgbClr val="5D6470"/>
                </a:solidFill>
                <a:latin typeface="Yu Gothic" panose="020B0400000000000000" charset="-128"/>
                <a:ea typeface="Yu Gothic" panose="020B0400000000000000" charset="-128"/>
                <a:cs typeface="Yu Gothic" panose="020B0400000000000000" charset="-128"/>
              </a:rPr>
              <a:t>11</a:t>
            </a:r>
            <a:endParaRPr sz="1050" b="0">
              <a:solidFill>
                <a:srgbClr val="5D6470"/>
              </a:solidFill>
              <a:latin typeface="Yu Gothic" panose="020B0400000000000000" charset="-128"/>
              <a:ea typeface="Yu Gothic" panose="020B0400000000000000" charset="-128"/>
              <a:cs typeface="Yu Gothic" panose="020B0400000000000000" charset="-128"/>
            </a:endParaRPr>
          </a:p>
        </p:txBody>
      </p:sp>
      <p:sp>
        <p:nvSpPr>
          <p:cNvPr id="5" name="矩形 4"/>
          <p:cNvSpPr>
            <a:spLocks noGrp="1"/>
          </p:cNvSpPr>
          <p:nvPr/>
        </p:nvSpPr>
        <p:spPr>
          <a:xfrm>
            <a:off x="685800" y="1905000"/>
            <a:ext cx="4762500" cy="533400"/>
          </a:xfrm>
          <a:prstGeom prst="rect">
            <a:avLst/>
          </a:prstGeom>
          <a:noFill/>
          <a:ln w="0">
            <a:noFill/>
            <a:prstDash val="solid"/>
          </a:ln>
        </p:spPr>
        <p:txBody>
          <a:bodyPr wrap="square" lIns="0" tIns="0" rIns="0" bIns="0" anchor="t">
            <a:normAutofit/>
          </a:bodyPr>
          <a:lstStyle/>
          <a:p>
            <a:pPr algn="l">
              <a:defRPr sz="2550" b="1">
                <a:solidFill>
                  <a:srgbClr val="111111"/>
                </a:solidFill>
                <a:latin typeface="Yu Gothic" panose="020B0400000000000000" charset="-128"/>
                <a:ea typeface="Yu Gothic" panose="020B0400000000000000" charset="-128"/>
                <a:cs typeface="Yu Gothic" panose="020B0400000000000000" charset="-128"/>
              </a:defRPr>
            </a:pPr>
            <a:r>
              <a:rPr sz="2550" b="1">
                <a:solidFill>
                  <a:srgbClr val="111111"/>
                </a:solidFill>
                <a:latin typeface="Yu Gothic" panose="020B0400000000000000" charset="-128"/>
                <a:ea typeface="Yu Gothic" panose="020B0400000000000000" charset="-128"/>
                <a:cs typeface="Yu Gothic" panose="020B0400000000000000" charset="-128"/>
              </a:rPr>
              <a:t>一般的なChat</a:t>
            </a:r>
            <a:endParaRPr sz="2550" b="1">
              <a:solidFill>
                <a:srgbClr val="111111"/>
              </a:solidFill>
              <a:latin typeface="Yu Gothic" panose="020B0400000000000000" charset="-128"/>
              <a:ea typeface="Yu Gothic" panose="020B0400000000000000" charset="-128"/>
              <a:cs typeface="Yu Gothic" panose="020B0400000000000000" charset="-128"/>
            </a:endParaRPr>
          </a:p>
        </p:txBody>
      </p:sp>
      <p:sp>
        <p:nvSpPr>
          <p:cNvPr id="6" name="矩形 5"/>
          <p:cNvSpPr>
            <a:spLocks noGrp="1"/>
          </p:cNvSpPr>
          <p:nvPr/>
        </p:nvSpPr>
        <p:spPr>
          <a:xfrm>
            <a:off x="685800" y="2724150"/>
            <a:ext cx="4762500" cy="2095500"/>
          </a:xfrm>
          <a:prstGeom prst="rect">
            <a:avLst/>
          </a:prstGeom>
          <a:noFill/>
          <a:ln w="0">
            <a:noFill/>
            <a:prstDash val="solid"/>
          </a:ln>
        </p:spPr>
        <p:txBody>
          <a:bodyPr wrap="square" lIns="0" tIns="0" rIns="0" bIns="0" anchor="t">
            <a:normAutofit/>
          </a:bodyPr>
          <a:lstStyle/>
          <a:p>
            <a:pPr algn="l">
              <a:defRPr sz="2025" b="0">
                <a:solidFill>
                  <a:srgbClr val="5D6470"/>
                </a:solidFill>
                <a:latin typeface="Yu Gothic" panose="020B0400000000000000" charset="-128"/>
                <a:ea typeface="Yu Gothic" panose="020B0400000000000000" charset="-128"/>
                <a:cs typeface="Yu Gothic" panose="020B0400000000000000" charset="-128"/>
              </a:defRPr>
            </a:pPr>
            <a:r>
              <a:rPr sz="2025" b="0">
                <a:solidFill>
                  <a:srgbClr val="5D6470"/>
                </a:solidFill>
                <a:latin typeface="Yu Gothic" panose="020B0400000000000000" charset="-128"/>
                <a:ea typeface="Yu Gothic" panose="020B0400000000000000" charset="-128"/>
                <a:cs typeface="Yu Gothic" panose="020B0400000000000000" charset="-128"/>
              </a:rPr>
              <a:t>渡した内容をもとに回答</a:t>
            </a:r>
            <a:endParaRPr sz="2025" b="0">
              <a:solidFill>
                <a:srgbClr val="5D6470"/>
              </a:solidFill>
              <a:latin typeface="Yu Gothic" panose="020B0400000000000000" charset="-128"/>
              <a:ea typeface="Yu Gothic" panose="020B0400000000000000" charset="-128"/>
              <a:cs typeface="Yu Gothic" panose="020B0400000000000000" charset="-128"/>
            </a:endParaRPr>
          </a:p>
          <a:p>
            <a:pPr algn="l">
              <a:defRPr sz="2025" b="0">
                <a:solidFill>
                  <a:srgbClr val="5D6470"/>
                </a:solidFill>
                <a:latin typeface="Yu Gothic" panose="020B0400000000000000" charset="-128"/>
                <a:ea typeface="Yu Gothic" panose="020B0400000000000000" charset="-128"/>
                <a:cs typeface="Yu Gothic" panose="020B0400000000000000" charset="-128"/>
              </a:defRPr>
            </a:pPr>
            <a:r>
              <a:rPr sz="2025" b="0">
                <a:solidFill>
                  <a:srgbClr val="5D6470"/>
                </a:solidFill>
                <a:latin typeface="Yu Gothic" panose="020B0400000000000000" charset="-128"/>
                <a:ea typeface="Yu Gothic" panose="020B0400000000000000" charset="-128"/>
                <a:cs typeface="Yu Gothic" panose="020B0400000000000000" charset="-128"/>
              </a:rPr>
              <a:t>一段のコードを生成</a:t>
            </a:r>
            <a:endParaRPr sz="2025" b="0">
              <a:solidFill>
                <a:srgbClr val="5D6470"/>
              </a:solidFill>
              <a:latin typeface="Yu Gothic" panose="020B0400000000000000" charset="-128"/>
              <a:ea typeface="Yu Gothic" panose="020B0400000000000000" charset="-128"/>
              <a:cs typeface="Yu Gothic" panose="020B0400000000000000" charset="-128"/>
            </a:endParaRPr>
          </a:p>
          <a:p>
            <a:pPr algn="l">
              <a:defRPr sz="2025" b="0">
                <a:solidFill>
                  <a:srgbClr val="5D6470"/>
                </a:solidFill>
                <a:latin typeface="Yu Gothic" panose="020B0400000000000000" charset="-128"/>
                <a:ea typeface="Yu Gothic" panose="020B0400000000000000" charset="-128"/>
                <a:cs typeface="Yu Gothic" panose="020B0400000000000000" charset="-128"/>
              </a:defRPr>
            </a:pPr>
            <a:r>
              <a:rPr sz="2025" b="0">
                <a:solidFill>
                  <a:srgbClr val="5D6470"/>
                </a:solidFill>
                <a:latin typeface="Yu Gothic" panose="020B0400000000000000" charset="-128"/>
                <a:ea typeface="Yu Gothic" panose="020B0400000000000000" charset="-128"/>
                <a:cs typeface="Yu Gothic" panose="020B0400000000000000" charset="-128"/>
              </a:rPr>
              <a:t>利用者がコピーして戻す</a:t>
            </a:r>
            <a:endParaRPr sz="2025" b="0">
              <a:solidFill>
                <a:srgbClr val="5D6470"/>
              </a:solidFill>
              <a:latin typeface="Yu Gothic" panose="020B0400000000000000" charset="-128"/>
              <a:ea typeface="Yu Gothic" panose="020B0400000000000000" charset="-128"/>
              <a:cs typeface="Yu Gothic" panose="020B0400000000000000" charset="-128"/>
            </a:endParaRPr>
          </a:p>
          <a:p>
            <a:pPr algn="l">
              <a:defRPr sz="2025" b="0">
                <a:solidFill>
                  <a:srgbClr val="5D6470"/>
                </a:solidFill>
                <a:latin typeface="Yu Gothic" panose="020B0400000000000000" charset="-128"/>
                <a:ea typeface="Yu Gothic" panose="020B0400000000000000" charset="-128"/>
                <a:cs typeface="Yu Gothic" panose="020B0400000000000000" charset="-128"/>
              </a:defRPr>
            </a:pPr>
            <a:r>
              <a:rPr sz="2025" b="0">
                <a:solidFill>
                  <a:srgbClr val="5D6470"/>
                </a:solidFill>
                <a:latin typeface="Yu Gothic" panose="020B0400000000000000" charset="-128"/>
                <a:ea typeface="Yu Gothic" panose="020B0400000000000000" charset="-128"/>
                <a:cs typeface="Yu Gothic" panose="020B0400000000000000" charset="-128"/>
              </a:rPr>
              <a:t>発想・整理・単発質問に向く</a:t>
            </a:r>
            <a:endParaRPr sz="2025" b="0">
              <a:solidFill>
                <a:srgbClr val="5D6470"/>
              </a:solidFill>
              <a:latin typeface="Yu Gothic" panose="020B0400000000000000" charset="-128"/>
              <a:ea typeface="Yu Gothic" panose="020B0400000000000000" charset="-128"/>
              <a:cs typeface="Yu Gothic" panose="020B0400000000000000" charset="-128"/>
            </a:endParaRPr>
          </a:p>
        </p:txBody>
      </p:sp>
      <p:sp>
        <p:nvSpPr>
          <p:cNvPr id="7" name="矩形 6"/>
          <p:cNvSpPr>
            <a:spLocks noGrp="1"/>
          </p:cNvSpPr>
          <p:nvPr/>
        </p:nvSpPr>
        <p:spPr>
          <a:xfrm>
            <a:off x="6496050" y="1905000"/>
            <a:ext cx="4762500" cy="533400"/>
          </a:xfrm>
          <a:prstGeom prst="rect">
            <a:avLst/>
          </a:prstGeom>
          <a:noFill/>
          <a:ln w="0">
            <a:noFill/>
            <a:prstDash val="solid"/>
          </a:ln>
        </p:spPr>
        <p:txBody>
          <a:bodyPr wrap="square" lIns="0" tIns="0" rIns="0" bIns="0" anchor="t">
            <a:normAutofit/>
          </a:bodyPr>
          <a:lstStyle/>
          <a:p>
            <a:pPr algn="l">
              <a:defRPr sz="2550" b="1">
                <a:solidFill>
                  <a:srgbClr val="3D8DFF"/>
                </a:solidFill>
                <a:latin typeface="Yu Gothic" panose="020B0400000000000000" charset="-128"/>
                <a:ea typeface="Yu Gothic" panose="020B0400000000000000" charset="-128"/>
                <a:cs typeface="Yu Gothic" panose="020B0400000000000000" charset="-128"/>
              </a:defRPr>
            </a:pPr>
            <a:r>
              <a:rPr sz="2550" b="1">
                <a:solidFill>
                  <a:srgbClr val="3D8DFF"/>
                </a:solidFill>
                <a:latin typeface="Yu Gothic" panose="020B0400000000000000" charset="-128"/>
                <a:ea typeface="Yu Gothic" panose="020B0400000000000000" charset="-128"/>
                <a:cs typeface="Yu Gothic" panose="020B0400000000000000" charset="-128"/>
              </a:rPr>
              <a:t>Claude Code／Agent</a:t>
            </a:r>
            <a:endParaRPr sz="2550" b="1">
              <a:solidFill>
                <a:srgbClr val="3D8DFF"/>
              </a:solidFill>
              <a:latin typeface="Yu Gothic" panose="020B0400000000000000" charset="-128"/>
              <a:ea typeface="Yu Gothic" panose="020B0400000000000000" charset="-128"/>
              <a:cs typeface="Yu Gothic" panose="020B0400000000000000" charset="-128"/>
            </a:endParaRPr>
          </a:p>
        </p:txBody>
      </p:sp>
      <p:sp>
        <p:nvSpPr>
          <p:cNvPr id="8" name="矩形 7"/>
          <p:cNvSpPr>
            <a:spLocks noGrp="1"/>
          </p:cNvSpPr>
          <p:nvPr/>
        </p:nvSpPr>
        <p:spPr>
          <a:xfrm>
            <a:off x="6496050" y="2724150"/>
            <a:ext cx="4762500" cy="2095500"/>
          </a:xfrm>
          <a:prstGeom prst="rect">
            <a:avLst/>
          </a:prstGeom>
          <a:noFill/>
          <a:ln w="0">
            <a:noFill/>
            <a:prstDash val="solid"/>
          </a:ln>
        </p:spPr>
        <p:txBody>
          <a:bodyPr wrap="square" lIns="0" tIns="0" rIns="0" bIns="0" anchor="t">
            <a:normAutofit/>
          </a:bodyPr>
          <a:lstStyle/>
          <a:p>
            <a:pPr algn="l">
              <a:defRPr sz="2025" b="0">
                <a:solidFill>
                  <a:srgbClr val="111111"/>
                </a:solidFill>
                <a:latin typeface="Yu Gothic" panose="020B0400000000000000" charset="-128"/>
                <a:ea typeface="Yu Gothic" panose="020B0400000000000000" charset="-128"/>
                <a:cs typeface="Yu Gothic" panose="020B0400000000000000" charset="-128"/>
              </a:defRPr>
            </a:pPr>
            <a:r>
              <a:rPr sz="2025" b="0">
                <a:solidFill>
                  <a:srgbClr val="111111"/>
                </a:solidFill>
                <a:latin typeface="Yu Gothic" panose="020B0400000000000000" charset="-128"/>
                <a:ea typeface="Yu Gothic" panose="020B0400000000000000" charset="-128"/>
                <a:cs typeface="Yu Gothic" panose="020B0400000000000000" charset="-128"/>
              </a:rPr>
              <a:t>プロジェクト全体を探索</a:t>
            </a:r>
            <a:endParaRPr sz="2025" b="0">
              <a:solidFill>
                <a:srgbClr val="111111"/>
              </a:solidFill>
              <a:latin typeface="Yu Gothic" panose="020B0400000000000000" charset="-128"/>
              <a:ea typeface="Yu Gothic" panose="020B0400000000000000" charset="-128"/>
              <a:cs typeface="Yu Gothic" panose="020B0400000000000000" charset="-128"/>
            </a:endParaRPr>
          </a:p>
          <a:p>
            <a:pPr algn="l">
              <a:defRPr sz="2025" b="0">
                <a:solidFill>
                  <a:srgbClr val="111111"/>
                </a:solidFill>
                <a:latin typeface="Yu Gothic" panose="020B0400000000000000" charset="-128"/>
                <a:ea typeface="Yu Gothic" panose="020B0400000000000000" charset="-128"/>
                <a:cs typeface="Yu Gothic" panose="020B0400000000000000" charset="-128"/>
              </a:defRPr>
            </a:pPr>
            <a:r>
              <a:rPr sz="2025" b="0">
                <a:solidFill>
                  <a:srgbClr val="111111"/>
                </a:solidFill>
                <a:latin typeface="Yu Gothic" panose="020B0400000000000000" charset="-128"/>
                <a:ea typeface="Yu Gothic" panose="020B0400000000000000" charset="-128"/>
                <a:cs typeface="Yu Gothic" panose="020B0400000000000000" charset="-128"/>
              </a:rPr>
              <a:t>複数ファイルを直接修正</a:t>
            </a:r>
            <a:endParaRPr sz="2025" b="0">
              <a:solidFill>
                <a:srgbClr val="111111"/>
              </a:solidFill>
              <a:latin typeface="Yu Gothic" panose="020B0400000000000000" charset="-128"/>
              <a:ea typeface="Yu Gothic" panose="020B0400000000000000" charset="-128"/>
              <a:cs typeface="Yu Gothic" panose="020B0400000000000000" charset="-128"/>
            </a:endParaRPr>
          </a:p>
          <a:p>
            <a:pPr algn="l">
              <a:defRPr sz="2025" b="0">
                <a:solidFill>
                  <a:srgbClr val="111111"/>
                </a:solidFill>
                <a:latin typeface="Yu Gothic" panose="020B0400000000000000" charset="-128"/>
                <a:ea typeface="Yu Gothic" panose="020B0400000000000000" charset="-128"/>
                <a:cs typeface="Yu Gothic" panose="020B0400000000000000" charset="-128"/>
              </a:defRPr>
            </a:pPr>
            <a:r>
              <a:rPr sz="2025" b="0">
                <a:solidFill>
                  <a:srgbClr val="111111"/>
                </a:solidFill>
                <a:latin typeface="Yu Gothic" panose="020B0400000000000000" charset="-128"/>
                <a:ea typeface="Yu Gothic" panose="020B0400000000000000" charset="-128"/>
                <a:cs typeface="Yu Gothic" panose="020B0400000000000000" charset="-128"/>
              </a:rPr>
              <a:t>チェックやテストを実行</a:t>
            </a:r>
            <a:endParaRPr sz="2025" b="0">
              <a:solidFill>
                <a:srgbClr val="111111"/>
              </a:solidFill>
              <a:latin typeface="Yu Gothic" panose="020B0400000000000000" charset="-128"/>
              <a:ea typeface="Yu Gothic" panose="020B0400000000000000" charset="-128"/>
              <a:cs typeface="Yu Gothic" panose="020B0400000000000000" charset="-128"/>
            </a:endParaRPr>
          </a:p>
          <a:p>
            <a:pPr algn="l">
              <a:defRPr sz="2025" b="0">
                <a:solidFill>
                  <a:srgbClr val="111111"/>
                </a:solidFill>
                <a:latin typeface="Yu Gothic" panose="020B0400000000000000" charset="-128"/>
                <a:ea typeface="Yu Gothic" panose="020B0400000000000000" charset="-128"/>
                <a:cs typeface="Yu Gothic" panose="020B0400000000000000" charset="-128"/>
              </a:defRPr>
            </a:pPr>
            <a:r>
              <a:rPr sz="2025" b="0">
                <a:solidFill>
                  <a:srgbClr val="111111"/>
                </a:solidFill>
                <a:latin typeface="Yu Gothic" panose="020B0400000000000000" charset="-128"/>
                <a:ea typeface="Yu Gothic" panose="020B0400000000000000" charset="-128"/>
                <a:cs typeface="Yu Gothic" panose="020B0400000000000000" charset="-128"/>
              </a:rPr>
              <a:t>継続開発・修正に向く</a:t>
            </a:r>
            <a:endParaRPr sz="2025" b="0">
              <a:solidFill>
                <a:srgbClr val="111111"/>
              </a:solidFill>
              <a:latin typeface="Yu Gothic" panose="020B0400000000000000" charset="-128"/>
              <a:ea typeface="Yu Gothic" panose="020B0400000000000000" charset="-128"/>
              <a:cs typeface="Yu Gothic" panose="020B0400000000000000" charset="-128"/>
            </a:endParaRPr>
          </a:p>
        </p:txBody>
      </p:sp>
      <p:cxnSp>
        <p:nvCxnSpPr>
          <p:cNvPr id="19" name="直線單箭頭接點 18"/>
          <p:cNvCxnSpPr/>
          <p:nvPr/>
        </p:nvCxnSpPr>
        <p:spPr>
          <a:xfrm>
            <a:off x="5981700" y="1809750"/>
            <a:ext cx="0" cy="0"/>
          </a:xfrm>
          <a:prstGeom prst="straightConnector1">
            <a:avLst/>
          </a:prstGeom>
          <a:ln w="9525">
            <a:solidFill>
              <a:srgbClr val="C6CBD2"/>
            </a:solidFill>
            <a:prstDash val="solid"/>
          </a:ln>
        </p:spPr>
      </p:cxnSp>
      <p:sp>
        <p:nvSpPr>
          <p:cNvPr id="10" name="矩形 9"/>
          <p:cNvSpPr>
            <a:spLocks noGrp="1"/>
          </p:cNvSpPr>
          <p:nvPr/>
        </p:nvSpPr>
        <p:spPr>
          <a:xfrm>
            <a:off x="685800" y="5505450"/>
            <a:ext cx="10477500" cy="438150"/>
          </a:xfrm>
          <a:prstGeom prst="rect">
            <a:avLst/>
          </a:prstGeom>
          <a:noFill/>
          <a:ln w="0">
            <a:noFill/>
            <a:prstDash val="solid"/>
          </a:ln>
        </p:spPr>
        <p:txBody>
          <a:bodyPr wrap="square" lIns="0" tIns="0" rIns="0" bIns="0" anchor="t">
            <a:normAutofit/>
          </a:bodyPr>
          <a:lstStyle/>
          <a:p>
            <a:pPr algn="l">
              <a:defRPr sz="2100" b="1">
                <a:solidFill>
                  <a:srgbClr val="111111"/>
                </a:solidFill>
                <a:latin typeface="Yu Gothic" panose="020B0400000000000000" charset="-128"/>
                <a:ea typeface="Yu Gothic" panose="020B0400000000000000" charset="-128"/>
                <a:cs typeface="Yu Gothic" panose="020B0400000000000000" charset="-128"/>
              </a:defRPr>
            </a:pPr>
            <a:r>
              <a:rPr sz="2100" b="1">
                <a:solidFill>
                  <a:srgbClr val="111111"/>
                </a:solidFill>
                <a:latin typeface="Yu Gothic" panose="020B0400000000000000" charset="-128"/>
                <a:ea typeface="Yu Gothic" panose="020B0400000000000000" charset="-128"/>
                <a:cs typeface="Yu Gothic" panose="020B0400000000000000" charset="-128"/>
              </a:rPr>
              <a:t>必要なのはコマンドではなく、目的・判断・フィードバック。</a:t>
            </a:r>
            <a:endParaRPr sz="2100" b="1">
              <a:solidFill>
                <a:srgbClr val="111111"/>
              </a:solidFill>
              <a:latin typeface="Yu Gothic" panose="020B0400000000000000" charset="-128"/>
              <a:ea typeface="Yu Gothic" panose="020B0400000000000000" charset="-128"/>
              <a:cs typeface="Yu Gothic" panose="020B0400000000000000" charset="-128"/>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2" name="矩形 21"/>
          <p:cNvSpPr>
            <a:spLocks noGrp="1"/>
          </p:cNvSpPr>
          <p:nvPr/>
        </p:nvSpPr>
        <p:spPr>
          <a:xfrm>
            <a:off x="533400" y="285750"/>
            <a:ext cx="34290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Yu Gothic" panose="020B0400000000000000" charset="-128"/>
                <a:ea typeface="Yu Gothic" panose="020B0400000000000000" charset="-128"/>
                <a:cs typeface="Yu Gothic" panose="020B0400000000000000" charset="-128"/>
              </a:defRPr>
            </a:pPr>
            <a:r>
              <a:rPr sz="1200" b="1">
                <a:solidFill>
                  <a:srgbClr val="3D8DFF"/>
                </a:solidFill>
                <a:latin typeface="Yu Gothic" panose="020B0400000000000000" charset="-128"/>
                <a:ea typeface="Yu Gothic" panose="020B0400000000000000" charset="-128"/>
                <a:cs typeface="Yu Gothic" panose="020B0400000000000000" charset="-128"/>
              </a:rPr>
              <a:t>3｜実演</a:t>
            </a:r>
            <a:endParaRPr sz="1200" b="1">
              <a:solidFill>
                <a:srgbClr val="3D8DFF"/>
              </a:solidFill>
              <a:latin typeface="Yu Gothic" panose="020B0400000000000000" charset="-128"/>
              <a:ea typeface="Yu Gothic" panose="020B0400000000000000" charset="-128"/>
              <a:cs typeface="Yu Gothic" panose="020B0400000000000000" charset="-128"/>
            </a:endParaRPr>
          </a:p>
        </p:txBody>
      </p:sp>
      <p:sp>
        <p:nvSpPr>
          <p:cNvPr id="2" name="矩形 1"/>
          <p:cNvSpPr>
            <a:spLocks noGrp="1"/>
          </p:cNvSpPr>
          <p:nvPr/>
        </p:nvSpPr>
        <p:spPr>
          <a:xfrm>
            <a:off x="533400" y="628650"/>
            <a:ext cx="11125200" cy="609600"/>
          </a:xfrm>
          <a:prstGeom prst="rect">
            <a:avLst/>
          </a:prstGeom>
          <a:noFill/>
          <a:ln w="0">
            <a:noFill/>
            <a:prstDash val="solid"/>
          </a:ln>
        </p:spPr>
        <p:txBody>
          <a:bodyPr wrap="square" lIns="0" tIns="0" rIns="0" bIns="0" anchor="t">
            <a:normAutofit/>
          </a:bodyPr>
          <a:lstStyle/>
          <a:p>
            <a:pPr algn="l">
              <a:defRPr sz="3450" b="1">
                <a:solidFill>
                  <a:srgbClr val="111111"/>
                </a:solidFill>
                <a:latin typeface="Yu Gothic" panose="020B0400000000000000" charset="-128"/>
                <a:ea typeface="Yu Gothic" panose="020B0400000000000000" charset="-128"/>
                <a:cs typeface="Yu Gothic" panose="020B0400000000000000" charset="-128"/>
              </a:defRPr>
            </a:pPr>
            <a:r>
              <a:rPr sz="3450" b="1">
                <a:solidFill>
                  <a:srgbClr val="111111"/>
                </a:solidFill>
                <a:latin typeface="Yu Gothic" panose="020B0400000000000000" charset="-128"/>
                <a:ea typeface="Yu Gothic" panose="020B0400000000000000" charset="-128"/>
                <a:cs typeface="Yu Gothic" panose="020B0400000000000000" charset="-128"/>
              </a:rPr>
              <a:t>Claude Codeは、4回すり合わせる</a:t>
            </a:r>
            <a:endParaRPr sz="3450" b="1">
              <a:solidFill>
                <a:srgbClr val="111111"/>
              </a:solidFill>
              <a:latin typeface="Yu Gothic" panose="020B0400000000000000" charset="-128"/>
              <a:ea typeface="Yu Gothic" panose="020B0400000000000000" charset="-128"/>
              <a:cs typeface="Yu Gothic" panose="020B0400000000000000" charset="-128"/>
            </a:endParaRPr>
          </a:p>
        </p:txBody>
      </p:sp>
      <p:cxnSp>
        <p:nvCxnSpPr>
          <p:cNvPr id="24" name="直線單箭頭接點 23"/>
          <p:cNvCxnSpPr/>
          <p:nvPr/>
        </p:nvCxnSpPr>
        <p:spPr>
          <a:xfrm>
            <a:off x="533400" y="1371600"/>
            <a:ext cx="11125200" cy="0"/>
          </a:xfrm>
          <a:prstGeom prst="straightConnector1">
            <a:avLst/>
          </a:prstGeom>
          <a:ln w="9525">
            <a:solidFill>
              <a:srgbClr val="C6CBD2"/>
            </a:solidFill>
            <a:prstDash val="solid"/>
          </a:ln>
        </p:spPr>
      </p:cxnSp>
      <p:sp>
        <p:nvSpPr>
          <p:cNvPr id="4" name="矩形 3"/>
          <p:cNvSpPr>
            <a:spLocks noGrp="1"/>
          </p:cNvSpPr>
          <p:nvPr/>
        </p:nvSpPr>
        <p:spPr>
          <a:xfrm>
            <a:off x="11144250" y="6419850"/>
            <a:ext cx="514350" cy="190500"/>
          </a:xfrm>
          <a:prstGeom prst="rect">
            <a:avLst/>
          </a:prstGeom>
          <a:noFill/>
          <a:ln w="0">
            <a:noFill/>
            <a:prstDash val="solid"/>
          </a:ln>
        </p:spPr>
        <p:txBody>
          <a:bodyPr wrap="square" lIns="0" tIns="0" rIns="0" bIns="0" anchor="t">
            <a:normAutofit/>
          </a:bodyPr>
          <a:lstStyle/>
          <a:p>
            <a:pPr algn="r">
              <a:defRPr sz="1050" b="0">
                <a:solidFill>
                  <a:srgbClr val="5D6470"/>
                </a:solidFill>
                <a:latin typeface="Yu Gothic" panose="020B0400000000000000" charset="-128"/>
                <a:ea typeface="Yu Gothic" panose="020B0400000000000000" charset="-128"/>
                <a:cs typeface="Yu Gothic" panose="020B0400000000000000" charset="-128"/>
              </a:defRPr>
            </a:pPr>
            <a:r>
              <a:rPr sz="1050" b="0">
                <a:solidFill>
                  <a:srgbClr val="5D6470"/>
                </a:solidFill>
                <a:latin typeface="Yu Gothic" panose="020B0400000000000000" charset="-128"/>
                <a:ea typeface="Yu Gothic" panose="020B0400000000000000" charset="-128"/>
                <a:cs typeface="Yu Gothic" panose="020B0400000000000000" charset="-128"/>
              </a:rPr>
              <a:t>12</a:t>
            </a:r>
            <a:endParaRPr sz="1050" b="0">
              <a:solidFill>
                <a:srgbClr val="5D6470"/>
              </a:solidFill>
              <a:latin typeface="Yu Gothic" panose="020B0400000000000000" charset="-128"/>
              <a:ea typeface="Yu Gothic" panose="020B0400000000000000" charset="-128"/>
              <a:cs typeface="Yu Gothic" panose="020B0400000000000000" charset="-128"/>
            </a:endParaRPr>
          </a:p>
        </p:txBody>
      </p:sp>
      <p:sp>
        <p:nvSpPr>
          <p:cNvPr id="5" name="圓角矩形 4"/>
          <p:cNvSpPr>
            <a:spLocks noGrp="1"/>
          </p:cNvSpPr>
          <p:nvPr/>
        </p:nvSpPr>
        <p:spPr>
          <a:xfrm>
            <a:off x="590550" y="1952625"/>
            <a:ext cx="685800" cy="685800"/>
          </a:xfrm>
          <a:prstGeom prst="roundRect">
            <a:avLst>
              <a:gd name="adj" fmla="val 50000"/>
            </a:avLst>
          </a:prstGeom>
          <a:solidFill>
            <a:srgbClr val="111111"/>
          </a:solidFill>
          <a:ln w="0">
            <a:noFill/>
            <a:prstDash val="solid"/>
          </a:ln>
        </p:spPr>
        <p:txBody>
          <a:bodyPr wrap="square" lIns="0" tIns="0" rIns="0" bIns="0" anchor="ctr">
            <a:normAutofit/>
          </a:bodyPr>
          <a:lstStyle/>
          <a:p>
            <a:pPr algn="ctr">
              <a:defRPr sz="2850" b="1">
                <a:solidFill>
                  <a:srgbClr val="FFFFFF"/>
                </a:solidFill>
                <a:latin typeface="Yu Gothic" panose="020B0400000000000000" charset="-128"/>
                <a:ea typeface="Yu Gothic" panose="020B0400000000000000" charset="-128"/>
                <a:cs typeface="Yu Gothic" panose="020B0400000000000000" charset="-128"/>
              </a:defRPr>
            </a:pPr>
            <a:r>
              <a:rPr sz="2850" b="1">
                <a:solidFill>
                  <a:srgbClr val="FFFFFF"/>
                </a:solidFill>
                <a:latin typeface="Yu Gothic" panose="020B0400000000000000" charset="-128"/>
                <a:ea typeface="Yu Gothic" panose="020B0400000000000000" charset="-128"/>
                <a:cs typeface="Yu Gothic" panose="020B0400000000000000" charset="-128"/>
              </a:rPr>
              <a:t>1</a:t>
            </a:r>
            <a:endParaRPr sz="2850" b="1">
              <a:solidFill>
                <a:srgbClr val="FFFFFF"/>
              </a:solidFill>
              <a:latin typeface="Yu Gothic" panose="020B0400000000000000" charset="-128"/>
              <a:ea typeface="Yu Gothic" panose="020B0400000000000000" charset="-128"/>
              <a:cs typeface="Yu Gothic" panose="020B0400000000000000" charset="-128"/>
            </a:endParaRPr>
          </a:p>
        </p:txBody>
      </p:sp>
      <p:sp>
        <p:nvSpPr>
          <p:cNvPr id="6" name="矩形 5"/>
          <p:cNvSpPr>
            <a:spLocks noGrp="1"/>
          </p:cNvSpPr>
          <p:nvPr/>
        </p:nvSpPr>
        <p:spPr>
          <a:xfrm>
            <a:off x="590550" y="2952750"/>
            <a:ext cx="2286000" cy="514350"/>
          </a:xfrm>
          <a:prstGeom prst="rect">
            <a:avLst/>
          </a:prstGeom>
          <a:noFill/>
          <a:ln w="0">
            <a:noFill/>
            <a:prstDash val="solid"/>
          </a:ln>
        </p:spPr>
        <p:txBody>
          <a:bodyPr wrap="square" lIns="0" tIns="0" rIns="0" bIns="0" anchor="t">
            <a:normAutofit/>
          </a:bodyPr>
          <a:lstStyle/>
          <a:p>
            <a:pPr algn="l">
              <a:defRPr sz="2250" b="1">
                <a:solidFill>
                  <a:srgbClr val="111111"/>
                </a:solidFill>
                <a:latin typeface="Yu Gothic" panose="020B0400000000000000" charset="-128"/>
                <a:ea typeface="Yu Gothic" panose="020B0400000000000000" charset="-128"/>
                <a:cs typeface="Yu Gothic" panose="020B0400000000000000" charset="-128"/>
              </a:defRPr>
            </a:pPr>
            <a:r>
              <a:rPr sz="2250" b="1">
                <a:solidFill>
                  <a:srgbClr val="111111"/>
                </a:solidFill>
                <a:latin typeface="Yu Gothic" panose="020B0400000000000000" charset="-128"/>
                <a:ea typeface="Yu Gothic" panose="020B0400000000000000" charset="-128"/>
                <a:cs typeface="Yu Gothic" panose="020B0400000000000000" charset="-128"/>
              </a:rPr>
              <a:t>理解</a:t>
            </a:r>
            <a:endParaRPr sz="2250" b="1">
              <a:solidFill>
                <a:srgbClr val="111111"/>
              </a:solidFill>
              <a:latin typeface="Yu Gothic" panose="020B0400000000000000" charset="-128"/>
              <a:ea typeface="Yu Gothic" panose="020B0400000000000000" charset="-128"/>
              <a:cs typeface="Yu Gothic" panose="020B0400000000000000" charset="-128"/>
            </a:endParaRPr>
          </a:p>
        </p:txBody>
      </p:sp>
      <p:sp>
        <p:nvSpPr>
          <p:cNvPr id="7" name="矩形 6"/>
          <p:cNvSpPr>
            <a:spLocks noGrp="1"/>
          </p:cNvSpPr>
          <p:nvPr/>
        </p:nvSpPr>
        <p:spPr>
          <a:xfrm>
            <a:off x="590550" y="3638550"/>
            <a:ext cx="2381250" cy="1047750"/>
          </a:xfrm>
          <a:prstGeom prst="rect">
            <a:avLst/>
          </a:prstGeom>
          <a:noFill/>
          <a:ln w="0">
            <a:noFill/>
            <a:prstDash val="solid"/>
          </a:ln>
        </p:spPr>
        <p:txBody>
          <a:bodyPr wrap="square" lIns="0" tIns="0" rIns="0" bIns="0" anchor="t">
            <a:normAutofit/>
          </a:bodyPr>
          <a:lstStyle/>
          <a:p>
            <a:pPr algn="l">
              <a:defRPr sz="1725" b="0">
                <a:solidFill>
                  <a:srgbClr val="5D6470"/>
                </a:solidFill>
                <a:latin typeface="Yu Gothic" panose="020B0400000000000000" charset="-128"/>
                <a:ea typeface="Yu Gothic" panose="020B0400000000000000" charset="-128"/>
                <a:cs typeface="Yu Gothic" panose="020B0400000000000000" charset="-128"/>
              </a:defRPr>
            </a:pPr>
            <a:r>
              <a:rPr sz="1725" b="0">
                <a:solidFill>
                  <a:srgbClr val="5D6470"/>
                </a:solidFill>
                <a:latin typeface="Yu Gothic" panose="020B0400000000000000" charset="-128"/>
                <a:ea typeface="Yu Gothic" panose="020B0400000000000000" charset="-128"/>
                <a:cs typeface="Yu Gothic" panose="020B0400000000000000" charset="-128"/>
              </a:rPr>
              <a:t>まだ変更しない</a:t>
            </a:r>
            <a:endParaRPr sz="1725" b="0">
              <a:solidFill>
                <a:srgbClr val="5D6470"/>
              </a:solidFill>
              <a:latin typeface="Yu Gothic" panose="020B0400000000000000" charset="-128"/>
              <a:ea typeface="Yu Gothic" panose="020B0400000000000000" charset="-128"/>
              <a:cs typeface="Yu Gothic" panose="020B0400000000000000" charset="-128"/>
            </a:endParaRPr>
          </a:p>
          <a:p>
            <a:pPr algn="l">
              <a:defRPr sz="1725" b="0">
                <a:solidFill>
                  <a:srgbClr val="5D6470"/>
                </a:solidFill>
                <a:latin typeface="Yu Gothic" panose="020B0400000000000000" charset="-128"/>
                <a:ea typeface="Yu Gothic" panose="020B0400000000000000" charset="-128"/>
                <a:cs typeface="Yu Gothic" panose="020B0400000000000000" charset="-128"/>
              </a:defRPr>
            </a:pPr>
            <a:r>
              <a:rPr sz="1725" b="0">
                <a:solidFill>
                  <a:srgbClr val="5D6470"/>
                </a:solidFill>
                <a:latin typeface="Yu Gothic" panose="020B0400000000000000" charset="-128"/>
                <a:ea typeface="Yu Gothic" panose="020B0400000000000000" charset="-128"/>
                <a:cs typeface="Yu Gothic" panose="020B0400000000000000" charset="-128"/>
              </a:rPr>
              <a:t>構造を説明してもらう</a:t>
            </a:r>
            <a:endParaRPr sz="1725" b="0">
              <a:solidFill>
                <a:srgbClr val="5D6470"/>
              </a:solidFill>
              <a:latin typeface="Yu Gothic" panose="020B0400000000000000" charset="-128"/>
              <a:ea typeface="Yu Gothic" panose="020B0400000000000000" charset="-128"/>
              <a:cs typeface="Yu Gothic" panose="020B0400000000000000" charset="-128"/>
            </a:endParaRPr>
          </a:p>
        </p:txBody>
      </p:sp>
      <p:cxnSp>
        <p:nvCxnSpPr>
          <p:cNvPr id="29" name="直線單箭頭接點 28"/>
          <p:cNvCxnSpPr/>
          <p:nvPr/>
        </p:nvCxnSpPr>
        <p:spPr>
          <a:xfrm>
            <a:off x="1447800" y="2286000"/>
            <a:ext cx="1771650" cy="0"/>
          </a:xfrm>
          <a:prstGeom prst="straightConnector1">
            <a:avLst/>
          </a:prstGeom>
          <a:ln w="28575">
            <a:solidFill>
              <a:srgbClr val="C6CBD2"/>
            </a:solidFill>
            <a:prstDash val="solid"/>
          </a:ln>
        </p:spPr>
      </p:cxnSp>
      <p:sp>
        <p:nvSpPr>
          <p:cNvPr id="9" name="圓角矩形 8"/>
          <p:cNvSpPr>
            <a:spLocks noGrp="1"/>
          </p:cNvSpPr>
          <p:nvPr/>
        </p:nvSpPr>
        <p:spPr>
          <a:xfrm>
            <a:off x="3429000" y="1952625"/>
            <a:ext cx="685800" cy="685800"/>
          </a:xfrm>
          <a:prstGeom prst="roundRect">
            <a:avLst>
              <a:gd name="adj" fmla="val 50000"/>
            </a:avLst>
          </a:prstGeom>
          <a:solidFill>
            <a:srgbClr val="111111"/>
          </a:solidFill>
          <a:ln w="0">
            <a:noFill/>
            <a:prstDash val="solid"/>
          </a:ln>
        </p:spPr>
        <p:txBody>
          <a:bodyPr wrap="square" lIns="0" tIns="0" rIns="0" bIns="0" anchor="ctr">
            <a:normAutofit/>
          </a:bodyPr>
          <a:lstStyle/>
          <a:p>
            <a:pPr algn="ctr">
              <a:defRPr sz="2850" b="1">
                <a:solidFill>
                  <a:srgbClr val="FFFFFF"/>
                </a:solidFill>
                <a:latin typeface="Yu Gothic" panose="020B0400000000000000" charset="-128"/>
                <a:ea typeface="Yu Gothic" panose="020B0400000000000000" charset="-128"/>
                <a:cs typeface="Yu Gothic" panose="020B0400000000000000" charset="-128"/>
              </a:defRPr>
            </a:pPr>
            <a:r>
              <a:rPr sz="2850" b="1">
                <a:solidFill>
                  <a:srgbClr val="FFFFFF"/>
                </a:solidFill>
                <a:latin typeface="Yu Gothic" panose="020B0400000000000000" charset="-128"/>
                <a:ea typeface="Yu Gothic" panose="020B0400000000000000" charset="-128"/>
                <a:cs typeface="Yu Gothic" panose="020B0400000000000000" charset="-128"/>
              </a:rPr>
              <a:t>2</a:t>
            </a:r>
            <a:endParaRPr sz="2850" b="1">
              <a:solidFill>
                <a:srgbClr val="FFFFFF"/>
              </a:solidFill>
              <a:latin typeface="Yu Gothic" panose="020B0400000000000000" charset="-128"/>
              <a:ea typeface="Yu Gothic" panose="020B0400000000000000" charset="-128"/>
              <a:cs typeface="Yu Gothic" panose="020B0400000000000000" charset="-128"/>
            </a:endParaRPr>
          </a:p>
        </p:txBody>
      </p:sp>
      <p:sp>
        <p:nvSpPr>
          <p:cNvPr id="10" name="矩形 9"/>
          <p:cNvSpPr>
            <a:spLocks noGrp="1"/>
          </p:cNvSpPr>
          <p:nvPr/>
        </p:nvSpPr>
        <p:spPr>
          <a:xfrm>
            <a:off x="3429000" y="2952750"/>
            <a:ext cx="2286000" cy="514350"/>
          </a:xfrm>
          <a:prstGeom prst="rect">
            <a:avLst/>
          </a:prstGeom>
          <a:noFill/>
          <a:ln w="0">
            <a:noFill/>
            <a:prstDash val="solid"/>
          </a:ln>
        </p:spPr>
        <p:txBody>
          <a:bodyPr wrap="square" lIns="0" tIns="0" rIns="0" bIns="0" anchor="t">
            <a:normAutofit/>
          </a:bodyPr>
          <a:lstStyle/>
          <a:p>
            <a:pPr algn="l">
              <a:defRPr sz="2250" b="1">
                <a:solidFill>
                  <a:srgbClr val="111111"/>
                </a:solidFill>
                <a:latin typeface="Yu Gothic" panose="020B0400000000000000" charset="-128"/>
                <a:ea typeface="Yu Gothic" panose="020B0400000000000000" charset="-128"/>
                <a:cs typeface="Yu Gothic" panose="020B0400000000000000" charset="-128"/>
              </a:defRPr>
            </a:pPr>
            <a:r>
              <a:rPr sz="2250" b="1">
                <a:solidFill>
                  <a:srgbClr val="111111"/>
                </a:solidFill>
                <a:latin typeface="Yu Gothic" panose="020B0400000000000000" charset="-128"/>
                <a:ea typeface="Yu Gothic" panose="020B0400000000000000" charset="-128"/>
                <a:cs typeface="Yu Gothic" panose="020B0400000000000000" charset="-128"/>
              </a:rPr>
              <a:t>提案</a:t>
            </a:r>
            <a:endParaRPr sz="2250" b="1">
              <a:solidFill>
                <a:srgbClr val="111111"/>
              </a:solidFill>
              <a:latin typeface="Yu Gothic" panose="020B0400000000000000" charset="-128"/>
              <a:ea typeface="Yu Gothic" panose="020B0400000000000000" charset="-128"/>
              <a:cs typeface="Yu Gothic" panose="020B0400000000000000" charset="-128"/>
            </a:endParaRPr>
          </a:p>
        </p:txBody>
      </p:sp>
      <p:sp>
        <p:nvSpPr>
          <p:cNvPr id="11" name="矩形 10"/>
          <p:cNvSpPr>
            <a:spLocks noGrp="1"/>
          </p:cNvSpPr>
          <p:nvPr/>
        </p:nvSpPr>
        <p:spPr>
          <a:xfrm>
            <a:off x="3429000" y="3638550"/>
            <a:ext cx="2381250" cy="1047750"/>
          </a:xfrm>
          <a:prstGeom prst="rect">
            <a:avLst/>
          </a:prstGeom>
          <a:noFill/>
          <a:ln w="0">
            <a:noFill/>
            <a:prstDash val="solid"/>
          </a:ln>
        </p:spPr>
        <p:txBody>
          <a:bodyPr wrap="square" lIns="0" tIns="0" rIns="0" bIns="0" anchor="t">
            <a:normAutofit/>
          </a:bodyPr>
          <a:lstStyle/>
          <a:p>
            <a:pPr algn="l">
              <a:defRPr sz="1725" b="0">
                <a:solidFill>
                  <a:srgbClr val="5D6470"/>
                </a:solidFill>
                <a:latin typeface="Yu Gothic" panose="020B0400000000000000" charset="-128"/>
                <a:ea typeface="Yu Gothic" panose="020B0400000000000000" charset="-128"/>
                <a:cs typeface="Yu Gothic" panose="020B0400000000000000" charset="-128"/>
              </a:defRPr>
            </a:pPr>
            <a:r>
              <a:rPr sz="1725" b="0">
                <a:solidFill>
                  <a:srgbClr val="5D6470"/>
                </a:solidFill>
                <a:latin typeface="Yu Gothic" panose="020B0400000000000000" charset="-128"/>
                <a:ea typeface="Yu Gothic" panose="020B0400000000000000" charset="-128"/>
                <a:cs typeface="Yu Gothic" panose="020B0400000000000000" charset="-128"/>
              </a:rPr>
              <a:t>最小の修正案を</a:t>
            </a:r>
            <a:endParaRPr sz="1725" b="0">
              <a:solidFill>
                <a:srgbClr val="5D6470"/>
              </a:solidFill>
              <a:latin typeface="Yu Gothic" panose="020B0400000000000000" charset="-128"/>
              <a:ea typeface="Yu Gothic" panose="020B0400000000000000" charset="-128"/>
              <a:cs typeface="Yu Gothic" panose="020B0400000000000000" charset="-128"/>
            </a:endParaRPr>
          </a:p>
          <a:p>
            <a:pPr algn="l">
              <a:defRPr sz="1725" b="0">
                <a:solidFill>
                  <a:srgbClr val="5D6470"/>
                </a:solidFill>
                <a:latin typeface="Yu Gothic" panose="020B0400000000000000" charset="-128"/>
                <a:ea typeface="Yu Gothic" panose="020B0400000000000000" charset="-128"/>
                <a:cs typeface="Yu Gothic" panose="020B0400000000000000" charset="-128"/>
              </a:defRPr>
            </a:pPr>
            <a:r>
              <a:rPr sz="1725" b="0">
                <a:solidFill>
                  <a:srgbClr val="5D6470"/>
                </a:solidFill>
                <a:latin typeface="Yu Gothic" panose="020B0400000000000000" charset="-128"/>
                <a:ea typeface="Yu Gothic" panose="020B0400000000000000" charset="-128"/>
                <a:cs typeface="Yu Gothic" panose="020B0400000000000000" charset="-128"/>
              </a:rPr>
              <a:t>先に出してもらう</a:t>
            </a:r>
            <a:endParaRPr sz="1725" b="0">
              <a:solidFill>
                <a:srgbClr val="5D6470"/>
              </a:solidFill>
              <a:latin typeface="Yu Gothic" panose="020B0400000000000000" charset="-128"/>
              <a:ea typeface="Yu Gothic" panose="020B0400000000000000" charset="-128"/>
              <a:cs typeface="Yu Gothic" panose="020B0400000000000000" charset="-128"/>
            </a:endParaRPr>
          </a:p>
        </p:txBody>
      </p:sp>
      <p:cxnSp>
        <p:nvCxnSpPr>
          <p:cNvPr id="33" name="直線單箭頭接點 32"/>
          <p:cNvCxnSpPr/>
          <p:nvPr/>
        </p:nvCxnSpPr>
        <p:spPr>
          <a:xfrm>
            <a:off x="4286250" y="2286000"/>
            <a:ext cx="1771650" cy="0"/>
          </a:xfrm>
          <a:prstGeom prst="straightConnector1">
            <a:avLst/>
          </a:prstGeom>
          <a:ln w="28575">
            <a:solidFill>
              <a:srgbClr val="C6CBD2"/>
            </a:solidFill>
            <a:prstDash val="solid"/>
          </a:ln>
        </p:spPr>
      </p:cxnSp>
      <p:sp>
        <p:nvSpPr>
          <p:cNvPr id="13" name="圓角矩形 12"/>
          <p:cNvSpPr>
            <a:spLocks noGrp="1"/>
          </p:cNvSpPr>
          <p:nvPr/>
        </p:nvSpPr>
        <p:spPr>
          <a:xfrm>
            <a:off x="6267450" y="1952625"/>
            <a:ext cx="685800" cy="685800"/>
          </a:xfrm>
          <a:prstGeom prst="roundRect">
            <a:avLst>
              <a:gd name="adj" fmla="val 50000"/>
            </a:avLst>
          </a:prstGeom>
          <a:solidFill>
            <a:srgbClr val="111111"/>
          </a:solidFill>
          <a:ln w="0">
            <a:noFill/>
            <a:prstDash val="solid"/>
          </a:ln>
        </p:spPr>
        <p:txBody>
          <a:bodyPr wrap="square" lIns="0" tIns="0" rIns="0" bIns="0" anchor="ctr">
            <a:normAutofit/>
          </a:bodyPr>
          <a:lstStyle/>
          <a:p>
            <a:pPr algn="ctr">
              <a:defRPr sz="2850" b="1">
                <a:solidFill>
                  <a:srgbClr val="FFFFFF"/>
                </a:solidFill>
                <a:latin typeface="Yu Gothic" panose="020B0400000000000000" charset="-128"/>
                <a:ea typeface="Yu Gothic" panose="020B0400000000000000" charset="-128"/>
                <a:cs typeface="Yu Gothic" panose="020B0400000000000000" charset="-128"/>
              </a:defRPr>
            </a:pPr>
            <a:r>
              <a:rPr sz="2850" b="1">
                <a:solidFill>
                  <a:srgbClr val="FFFFFF"/>
                </a:solidFill>
                <a:latin typeface="Yu Gothic" panose="020B0400000000000000" charset="-128"/>
                <a:ea typeface="Yu Gothic" panose="020B0400000000000000" charset="-128"/>
                <a:cs typeface="Yu Gothic" panose="020B0400000000000000" charset="-128"/>
              </a:rPr>
              <a:t>3</a:t>
            </a:r>
            <a:endParaRPr sz="2850" b="1">
              <a:solidFill>
                <a:srgbClr val="FFFFFF"/>
              </a:solidFill>
              <a:latin typeface="Yu Gothic" panose="020B0400000000000000" charset="-128"/>
              <a:ea typeface="Yu Gothic" panose="020B0400000000000000" charset="-128"/>
              <a:cs typeface="Yu Gothic" panose="020B0400000000000000" charset="-128"/>
            </a:endParaRPr>
          </a:p>
        </p:txBody>
      </p:sp>
      <p:sp>
        <p:nvSpPr>
          <p:cNvPr id="14" name="矩形 13"/>
          <p:cNvSpPr>
            <a:spLocks noGrp="1"/>
          </p:cNvSpPr>
          <p:nvPr/>
        </p:nvSpPr>
        <p:spPr>
          <a:xfrm>
            <a:off x="6267450" y="2952750"/>
            <a:ext cx="2286000" cy="514350"/>
          </a:xfrm>
          <a:prstGeom prst="rect">
            <a:avLst/>
          </a:prstGeom>
          <a:noFill/>
          <a:ln w="0">
            <a:noFill/>
            <a:prstDash val="solid"/>
          </a:ln>
        </p:spPr>
        <p:txBody>
          <a:bodyPr wrap="square" lIns="0" tIns="0" rIns="0" bIns="0" anchor="t">
            <a:normAutofit/>
          </a:bodyPr>
          <a:lstStyle/>
          <a:p>
            <a:pPr algn="l">
              <a:defRPr sz="2250" b="1">
                <a:solidFill>
                  <a:srgbClr val="111111"/>
                </a:solidFill>
                <a:latin typeface="Yu Gothic" panose="020B0400000000000000" charset="-128"/>
                <a:ea typeface="Yu Gothic" panose="020B0400000000000000" charset="-128"/>
                <a:cs typeface="Yu Gothic" panose="020B0400000000000000" charset="-128"/>
              </a:defRPr>
            </a:pPr>
            <a:r>
              <a:rPr sz="2250" b="1">
                <a:solidFill>
                  <a:srgbClr val="111111"/>
                </a:solidFill>
                <a:latin typeface="Yu Gothic" panose="020B0400000000000000" charset="-128"/>
                <a:ea typeface="Yu Gothic" panose="020B0400000000000000" charset="-128"/>
                <a:cs typeface="Yu Gothic" panose="020B0400000000000000" charset="-128"/>
              </a:rPr>
              <a:t>実行</a:t>
            </a:r>
            <a:endParaRPr sz="2250" b="1">
              <a:solidFill>
                <a:srgbClr val="111111"/>
              </a:solidFill>
              <a:latin typeface="Yu Gothic" panose="020B0400000000000000" charset="-128"/>
              <a:ea typeface="Yu Gothic" panose="020B0400000000000000" charset="-128"/>
              <a:cs typeface="Yu Gothic" panose="020B0400000000000000" charset="-128"/>
            </a:endParaRPr>
          </a:p>
        </p:txBody>
      </p:sp>
      <p:sp>
        <p:nvSpPr>
          <p:cNvPr id="15" name="矩形 14"/>
          <p:cNvSpPr>
            <a:spLocks noGrp="1"/>
          </p:cNvSpPr>
          <p:nvPr/>
        </p:nvSpPr>
        <p:spPr>
          <a:xfrm>
            <a:off x="6267450" y="3638550"/>
            <a:ext cx="2381250" cy="1047750"/>
          </a:xfrm>
          <a:prstGeom prst="rect">
            <a:avLst/>
          </a:prstGeom>
          <a:noFill/>
          <a:ln w="0">
            <a:noFill/>
            <a:prstDash val="solid"/>
          </a:ln>
        </p:spPr>
        <p:txBody>
          <a:bodyPr wrap="square" lIns="0" tIns="0" rIns="0" bIns="0" anchor="t">
            <a:normAutofit/>
          </a:bodyPr>
          <a:lstStyle/>
          <a:p>
            <a:pPr algn="l">
              <a:defRPr sz="1725" b="0">
                <a:solidFill>
                  <a:srgbClr val="5D6470"/>
                </a:solidFill>
                <a:latin typeface="Yu Gothic" panose="020B0400000000000000" charset="-128"/>
                <a:ea typeface="Yu Gothic" panose="020B0400000000000000" charset="-128"/>
                <a:cs typeface="Yu Gothic" panose="020B0400000000000000" charset="-128"/>
              </a:defRPr>
            </a:pPr>
            <a:r>
              <a:rPr sz="1725" b="0">
                <a:solidFill>
                  <a:srgbClr val="5D6470"/>
                </a:solidFill>
                <a:latin typeface="Yu Gothic" panose="020B0400000000000000" charset="-128"/>
                <a:ea typeface="Yu Gothic" panose="020B0400000000000000" charset="-128"/>
                <a:cs typeface="Yu Gothic" panose="020B0400000000000000" charset="-128"/>
              </a:rPr>
              <a:t>確認後に修正し</a:t>
            </a:r>
            <a:endParaRPr sz="1725" b="0">
              <a:solidFill>
                <a:srgbClr val="5D6470"/>
              </a:solidFill>
              <a:latin typeface="Yu Gothic" panose="020B0400000000000000" charset="-128"/>
              <a:ea typeface="Yu Gothic" panose="020B0400000000000000" charset="-128"/>
              <a:cs typeface="Yu Gothic" panose="020B0400000000000000" charset="-128"/>
            </a:endParaRPr>
          </a:p>
          <a:p>
            <a:pPr algn="l">
              <a:defRPr sz="1725" b="0">
                <a:solidFill>
                  <a:srgbClr val="5D6470"/>
                </a:solidFill>
                <a:latin typeface="Yu Gothic" panose="020B0400000000000000" charset="-128"/>
                <a:ea typeface="Yu Gothic" panose="020B0400000000000000" charset="-128"/>
                <a:cs typeface="Yu Gothic" panose="020B0400000000000000" charset="-128"/>
              </a:defRPr>
            </a:pPr>
            <a:r>
              <a:rPr sz="1725" b="0">
                <a:solidFill>
                  <a:srgbClr val="5D6470"/>
                </a:solidFill>
                <a:latin typeface="Yu Gothic" panose="020B0400000000000000" charset="-128"/>
                <a:ea typeface="Yu Gothic" panose="020B0400000000000000" charset="-128"/>
                <a:cs typeface="Yu Gothic" panose="020B0400000000000000" charset="-128"/>
              </a:rPr>
              <a:t>影響をチェックする</a:t>
            </a:r>
            <a:endParaRPr sz="1725" b="0">
              <a:solidFill>
                <a:srgbClr val="5D6470"/>
              </a:solidFill>
              <a:latin typeface="Yu Gothic" panose="020B0400000000000000" charset="-128"/>
              <a:ea typeface="Yu Gothic" panose="020B0400000000000000" charset="-128"/>
              <a:cs typeface="Yu Gothic" panose="020B0400000000000000" charset="-128"/>
            </a:endParaRPr>
          </a:p>
        </p:txBody>
      </p:sp>
      <p:cxnSp>
        <p:nvCxnSpPr>
          <p:cNvPr id="37" name="直線單箭頭接點 36"/>
          <p:cNvCxnSpPr/>
          <p:nvPr/>
        </p:nvCxnSpPr>
        <p:spPr>
          <a:xfrm>
            <a:off x="7124700" y="2286000"/>
            <a:ext cx="1771650" cy="0"/>
          </a:xfrm>
          <a:prstGeom prst="straightConnector1">
            <a:avLst/>
          </a:prstGeom>
          <a:ln w="28575">
            <a:solidFill>
              <a:srgbClr val="C6CBD2"/>
            </a:solidFill>
            <a:prstDash val="solid"/>
          </a:ln>
        </p:spPr>
      </p:cxnSp>
      <p:sp>
        <p:nvSpPr>
          <p:cNvPr id="17" name="圓角矩形 16"/>
          <p:cNvSpPr>
            <a:spLocks noGrp="1"/>
          </p:cNvSpPr>
          <p:nvPr/>
        </p:nvSpPr>
        <p:spPr>
          <a:xfrm>
            <a:off x="9105900" y="1952625"/>
            <a:ext cx="685800" cy="685800"/>
          </a:xfrm>
          <a:prstGeom prst="roundRect">
            <a:avLst>
              <a:gd name="adj" fmla="val 50000"/>
            </a:avLst>
          </a:prstGeom>
          <a:solidFill>
            <a:srgbClr val="3D8DFF"/>
          </a:solidFill>
          <a:ln w="0">
            <a:noFill/>
            <a:prstDash val="solid"/>
          </a:ln>
        </p:spPr>
        <p:txBody>
          <a:bodyPr wrap="square" lIns="0" tIns="0" rIns="0" bIns="0" anchor="ctr">
            <a:normAutofit/>
          </a:bodyPr>
          <a:lstStyle/>
          <a:p>
            <a:pPr algn="ctr">
              <a:defRPr sz="2850" b="1">
                <a:solidFill>
                  <a:srgbClr val="FFFFFF"/>
                </a:solidFill>
                <a:latin typeface="Yu Gothic" panose="020B0400000000000000" charset="-128"/>
                <a:ea typeface="Yu Gothic" panose="020B0400000000000000" charset="-128"/>
                <a:cs typeface="Yu Gothic" panose="020B0400000000000000" charset="-128"/>
              </a:defRPr>
            </a:pPr>
            <a:r>
              <a:rPr sz="2850" b="1">
                <a:solidFill>
                  <a:srgbClr val="FFFFFF"/>
                </a:solidFill>
                <a:latin typeface="Yu Gothic" panose="020B0400000000000000" charset="-128"/>
                <a:ea typeface="Yu Gothic" panose="020B0400000000000000" charset="-128"/>
                <a:cs typeface="Yu Gothic" panose="020B0400000000000000" charset="-128"/>
              </a:rPr>
              <a:t>4</a:t>
            </a:r>
            <a:endParaRPr sz="2850" b="1">
              <a:solidFill>
                <a:srgbClr val="FFFFFF"/>
              </a:solidFill>
              <a:latin typeface="Yu Gothic" panose="020B0400000000000000" charset="-128"/>
              <a:ea typeface="Yu Gothic" panose="020B0400000000000000" charset="-128"/>
              <a:cs typeface="Yu Gothic" panose="020B0400000000000000" charset="-128"/>
            </a:endParaRPr>
          </a:p>
        </p:txBody>
      </p:sp>
      <p:sp>
        <p:nvSpPr>
          <p:cNvPr id="18" name="矩形 17"/>
          <p:cNvSpPr>
            <a:spLocks noGrp="1"/>
          </p:cNvSpPr>
          <p:nvPr/>
        </p:nvSpPr>
        <p:spPr>
          <a:xfrm>
            <a:off x="9105900" y="2952750"/>
            <a:ext cx="2286000" cy="514350"/>
          </a:xfrm>
          <a:prstGeom prst="rect">
            <a:avLst/>
          </a:prstGeom>
          <a:noFill/>
          <a:ln w="0">
            <a:noFill/>
            <a:prstDash val="solid"/>
          </a:ln>
        </p:spPr>
        <p:txBody>
          <a:bodyPr wrap="square" lIns="0" tIns="0" rIns="0" bIns="0" anchor="t">
            <a:normAutofit/>
          </a:bodyPr>
          <a:lstStyle/>
          <a:p>
            <a:pPr algn="l">
              <a:defRPr sz="2250" b="1">
                <a:solidFill>
                  <a:srgbClr val="111111"/>
                </a:solidFill>
                <a:latin typeface="Yu Gothic" panose="020B0400000000000000" charset="-128"/>
                <a:ea typeface="Yu Gothic" panose="020B0400000000000000" charset="-128"/>
                <a:cs typeface="Yu Gothic" panose="020B0400000000000000" charset="-128"/>
              </a:defRPr>
            </a:pPr>
            <a:r>
              <a:rPr sz="2250" b="1">
                <a:solidFill>
                  <a:srgbClr val="111111"/>
                </a:solidFill>
                <a:latin typeface="Yu Gothic" panose="020B0400000000000000" charset="-128"/>
                <a:ea typeface="Yu Gothic" panose="020B0400000000000000" charset="-128"/>
                <a:cs typeface="Yu Gothic" panose="020B0400000000000000" charset="-128"/>
              </a:rPr>
              <a:t>再調整</a:t>
            </a:r>
            <a:endParaRPr sz="2250" b="1">
              <a:solidFill>
                <a:srgbClr val="111111"/>
              </a:solidFill>
              <a:latin typeface="Yu Gothic" panose="020B0400000000000000" charset="-128"/>
              <a:ea typeface="Yu Gothic" panose="020B0400000000000000" charset="-128"/>
              <a:cs typeface="Yu Gothic" panose="020B0400000000000000" charset="-128"/>
            </a:endParaRPr>
          </a:p>
        </p:txBody>
      </p:sp>
      <p:sp>
        <p:nvSpPr>
          <p:cNvPr id="19" name="矩形 18"/>
          <p:cNvSpPr>
            <a:spLocks noGrp="1"/>
          </p:cNvSpPr>
          <p:nvPr/>
        </p:nvSpPr>
        <p:spPr>
          <a:xfrm>
            <a:off x="9105900" y="3638550"/>
            <a:ext cx="2381250" cy="1047750"/>
          </a:xfrm>
          <a:prstGeom prst="rect">
            <a:avLst/>
          </a:prstGeom>
          <a:noFill/>
          <a:ln w="0">
            <a:noFill/>
            <a:prstDash val="solid"/>
          </a:ln>
        </p:spPr>
        <p:txBody>
          <a:bodyPr wrap="square" lIns="0" tIns="0" rIns="0" bIns="0" anchor="t">
            <a:normAutofit/>
          </a:bodyPr>
          <a:lstStyle/>
          <a:p>
            <a:pPr algn="l">
              <a:defRPr sz="1725" b="0">
                <a:solidFill>
                  <a:srgbClr val="5D6470"/>
                </a:solidFill>
                <a:latin typeface="Yu Gothic" panose="020B0400000000000000" charset="-128"/>
                <a:ea typeface="Yu Gothic" panose="020B0400000000000000" charset="-128"/>
                <a:cs typeface="Yu Gothic" panose="020B0400000000000000" charset="-128"/>
              </a:defRPr>
            </a:pPr>
            <a:r>
              <a:rPr sz="1725" b="0">
                <a:solidFill>
                  <a:srgbClr val="5D6470"/>
                </a:solidFill>
                <a:latin typeface="Yu Gothic" panose="020B0400000000000000" charset="-128"/>
                <a:ea typeface="Yu Gothic" panose="020B0400000000000000" charset="-128"/>
                <a:cs typeface="Yu Gothic" panose="020B0400000000000000" charset="-128"/>
              </a:rPr>
              <a:t>実物を見て</a:t>
            </a:r>
            <a:endParaRPr sz="1725" b="0">
              <a:solidFill>
                <a:srgbClr val="5D6470"/>
              </a:solidFill>
              <a:latin typeface="Yu Gothic" panose="020B0400000000000000" charset="-128"/>
              <a:ea typeface="Yu Gothic" panose="020B0400000000000000" charset="-128"/>
              <a:cs typeface="Yu Gothic" panose="020B0400000000000000" charset="-128"/>
            </a:endParaRPr>
          </a:p>
          <a:p>
            <a:pPr algn="l">
              <a:defRPr sz="1725" b="0">
                <a:solidFill>
                  <a:srgbClr val="5D6470"/>
                </a:solidFill>
                <a:latin typeface="Yu Gothic" panose="020B0400000000000000" charset="-128"/>
                <a:ea typeface="Yu Gothic" panose="020B0400000000000000" charset="-128"/>
                <a:cs typeface="Yu Gothic" panose="020B0400000000000000" charset="-128"/>
              </a:defRPr>
            </a:pPr>
            <a:r>
              <a:rPr sz="1725" b="0">
                <a:solidFill>
                  <a:srgbClr val="5D6470"/>
                </a:solidFill>
                <a:latin typeface="Yu Gothic" panose="020B0400000000000000" charset="-128"/>
                <a:ea typeface="Yu Gothic" panose="020B0400000000000000" charset="-128"/>
                <a:cs typeface="Yu Gothic" panose="020B0400000000000000" charset="-128"/>
              </a:rPr>
              <a:t>普通の言葉で直す</a:t>
            </a:r>
            <a:endParaRPr sz="1725" b="0">
              <a:solidFill>
                <a:srgbClr val="5D6470"/>
              </a:solidFill>
              <a:latin typeface="Yu Gothic" panose="020B0400000000000000" charset="-128"/>
              <a:ea typeface="Yu Gothic" panose="020B0400000000000000" charset="-128"/>
              <a:cs typeface="Yu Gothic" panose="020B0400000000000000" charset="-128"/>
            </a:endParaRPr>
          </a:p>
        </p:txBody>
      </p:sp>
      <p:sp>
        <p:nvSpPr>
          <p:cNvPr id="20" name="圓角矩形 19"/>
          <p:cNvSpPr>
            <a:spLocks noGrp="1"/>
          </p:cNvSpPr>
          <p:nvPr/>
        </p:nvSpPr>
        <p:spPr>
          <a:xfrm>
            <a:off x="590550" y="5219700"/>
            <a:ext cx="10744200" cy="762000"/>
          </a:xfrm>
          <a:prstGeom prst="roundRect">
            <a:avLst>
              <a:gd name="adj" fmla="val 10000"/>
            </a:avLst>
          </a:prstGeom>
          <a:solidFill>
            <a:srgbClr val="EAF6FC"/>
          </a:solidFill>
          <a:ln w="0">
            <a:noFill/>
            <a:prstDash val="solid"/>
          </a:ln>
        </p:spPr>
      </p:sp>
      <p:sp>
        <p:nvSpPr>
          <p:cNvPr id="21" name="矩形 20"/>
          <p:cNvSpPr>
            <a:spLocks noGrp="1"/>
          </p:cNvSpPr>
          <p:nvPr/>
        </p:nvSpPr>
        <p:spPr>
          <a:xfrm>
            <a:off x="857250" y="5410200"/>
            <a:ext cx="10191750" cy="400050"/>
          </a:xfrm>
          <a:prstGeom prst="rect">
            <a:avLst/>
          </a:prstGeom>
          <a:noFill/>
          <a:ln w="0">
            <a:noFill/>
            <a:prstDash val="solid"/>
          </a:ln>
        </p:spPr>
        <p:txBody>
          <a:bodyPr wrap="square" lIns="0" tIns="0" rIns="0" bIns="0" anchor="t">
            <a:normAutofit/>
          </a:bodyPr>
          <a:lstStyle/>
          <a:p>
            <a:pPr algn="ctr">
              <a:defRPr sz="1875" b="1">
                <a:solidFill>
                  <a:srgbClr val="111111"/>
                </a:solidFill>
                <a:latin typeface="Yu Gothic" panose="020B0400000000000000" charset="-128"/>
                <a:ea typeface="Yu Gothic" panose="020B0400000000000000" charset="-128"/>
                <a:cs typeface="Yu Gothic" panose="020B0400000000000000" charset="-128"/>
              </a:defRPr>
            </a:pPr>
            <a:r>
              <a:rPr sz="1875" b="1">
                <a:solidFill>
                  <a:srgbClr val="111111"/>
                </a:solidFill>
                <a:latin typeface="Yu Gothic" panose="020B0400000000000000" charset="-128"/>
                <a:ea typeface="Yu Gothic" panose="020B0400000000000000" charset="-128"/>
                <a:cs typeface="Yu Gothic" panose="020B0400000000000000" charset="-128"/>
              </a:rPr>
              <a:t>分からない権限要求は、許可せず、分かりやすい言葉で説明してもらう。</a:t>
            </a:r>
            <a:endParaRPr sz="1875" b="1">
              <a:solidFill>
                <a:srgbClr val="111111"/>
              </a:solidFill>
              <a:latin typeface="Yu Gothic" panose="020B0400000000000000" charset="-128"/>
              <a:ea typeface="Yu Gothic" panose="020B0400000000000000" charset="-128"/>
              <a:cs typeface="Yu Gothic" panose="020B0400000000000000" charset="-128"/>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矩形 11"/>
          <p:cNvSpPr>
            <a:spLocks noGrp="1"/>
          </p:cNvSpPr>
          <p:nvPr/>
        </p:nvSpPr>
        <p:spPr>
          <a:xfrm>
            <a:off x="533400" y="285750"/>
            <a:ext cx="34290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Yu Gothic" panose="020B0400000000000000" charset="-128"/>
                <a:ea typeface="Yu Gothic" panose="020B0400000000000000" charset="-128"/>
                <a:cs typeface="Yu Gothic" panose="020B0400000000000000" charset="-128"/>
              </a:defRPr>
            </a:pPr>
            <a:r>
              <a:rPr sz="1200" b="1">
                <a:solidFill>
                  <a:srgbClr val="3D8DFF"/>
                </a:solidFill>
                <a:latin typeface="Yu Gothic" panose="020B0400000000000000" charset="-128"/>
                <a:ea typeface="Yu Gothic" panose="020B0400000000000000" charset="-128"/>
                <a:cs typeface="Yu Gothic" panose="020B0400000000000000" charset="-128"/>
              </a:rPr>
              <a:t>3｜無料・低コストの選択肢</a:t>
            </a:r>
            <a:endParaRPr sz="1200" b="1">
              <a:solidFill>
                <a:srgbClr val="3D8DFF"/>
              </a:solidFill>
              <a:latin typeface="Yu Gothic" panose="020B0400000000000000" charset="-128"/>
              <a:ea typeface="Yu Gothic" panose="020B0400000000000000" charset="-128"/>
              <a:cs typeface="Yu Gothic" panose="020B0400000000000000" charset="-128"/>
            </a:endParaRPr>
          </a:p>
        </p:txBody>
      </p:sp>
      <p:sp>
        <p:nvSpPr>
          <p:cNvPr id="2" name="矩形 1"/>
          <p:cNvSpPr>
            <a:spLocks noGrp="1"/>
          </p:cNvSpPr>
          <p:nvPr/>
        </p:nvSpPr>
        <p:spPr>
          <a:xfrm>
            <a:off x="533400" y="628650"/>
            <a:ext cx="11125200" cy="609600"/>
          </a:xfrm>
          <a:prstGeom prst="rect">
            <a:avLst/>
          </a:prstGeom>
          <a:noFill/>
          <a:ln w="0">
            <a:noFill/>
            <a:prstDash val="solid"/>
          </a:ln>
        </p:spPr>
        <p:txBody>
          <a:bodyPr wrap="square" lIns="0" tIns="0" rIns="0" bIns="0" anchor="t">
            <a:normAutofit/>
          </a:bodyPr>
          <a:lstStyle/>
          <a:p>
            <a:pPr algn="l">
              <a:defRPr sz="3450" b="1">
                <a:solidFill>
                  <a:srgbClr val="111111"/>
                </a:solidFill>
                <a:latin typeface="Yu Gothic" panose="020B0400000000000000" charset="-128"/>
                <a:ea typeface="Yu Gothic" panose="020B0400000000000000" charset="-128"/>
                <a:cs typeface="Yu Gothic" panose="020B0400000000000000" charset="-128"/>
              </a:defRPr>
            </a:pPr>
            <a:r>
              <a:rPr sz="3450" b="1">
                <a:solidFill>
                  <a:srgbClr val="111111"/>
                </a:solidFill>
                <a:latin typeface="Yu Gothic" panose="020B0400000000000000" charset="-128"/>
                <a:ea typeface="Yu Gothic" panose="020B0400000000000000" charset="-128"/>
                <a:cs typeface="Yu Gothic" panose="020B0400000000000000" charset="-128"/>
              </a:rPr>
              <a:t>小さく始めるための道具</a:t>
            </a:r>
            <a:endParaRPr sz="3450" b="1">
              <a:solidFill>
                <a:srgbClr val="111111"/>
              </a:solidFill>
              <a:latin typeface="Yu Gothic" panose="020B0400000000000000" charset="-128"/>
              <a:ea typeface="Yu Gothic" panose="020B0400000000000000" charset="-128"/>
              <a:cs typeface="Yu Gothic" panose="020B0400000000000000" charset="-128"/>
            </a:endParaRPr>
          </a:p>
        </p:txBody>
      </p:sp>
      <p:cxnSp>
        <p:nvCxnSpPr>
          <p:cNvPr id="14" name="直線單箭頭接點 13"/>
          <p:cNvCxnSpPr/>
          <p:nvPr/>
        </p:nvCxnSpPr>
        <p:spPr>
          <a:xfrm>
            <a:off x="533400" y="1371600"/>
            <a:ext cx="11125200" cy="0"/>
          </a:xfrm>
          <a:prstGeom prst="straightConnector1">
            <a:avLst/>
          </a:prstGeom>
          <a:ln w="9525">
            <a:solidFill>
              <a:srgbClr val="C6CBD2"/>
            </a:solidFill>
            <a:prstDash val="solid"/>
          </a:ln>
        </p:spPr>
      </p:cxnSp>
      <p:sp>
        <p:nvSpPr>
          <p:cNvPr id="4" name="矩形 3"/>
          <p:cNvSpPr>
            <a:spLocks noGrp="1"/>
          </p:cNvSpPr>
          <p:nvPr/>
        </p:nvSpPr>
        <p:spPr>
          <a:xfrm>
            <a:off x="11144250" y="6419850"/>
            <a:ext cx="514350" cy="190500"/>
          </a:xfrm>
          <a:prstGeom prst="rect">
            <a:avLst/>
          </a:prstGeom>
          <a:noFill/>
          <a:ln w="0">
            <a:noFill/>
            <a:prstDash val="solid"/>
          </a:ln>
        </p:spPr>
        <p:txBody>
          <a:bodyPr wrap="square" lIns="0" tIns="0" rIns="0" bIns="0" anchor="t">
            <a:normAutofit/>
          </a:bodyPr>
          <a:lstStyle/>
          <a:p>
            <a:pPr algn="r">
              <a:defRPr sz="1050" b="0">
                <a:solidFill>
                  <a:srgbClr val="5D6470"/>
                </a:solidFill>
                <a:latin typeface="Yu Gothic" panose="020B0400000000000000" charset="-128"/>
                <a:ea typeface="Yu Gothic" panose="020B0400000000000000" charset="-128"/>
                <a:cs typeface="Yu Gothic" panose="020B0400000000000000" charset="-128"/>
              </a:defRPr>
            </a:pPr>
            <a:r>
              <a:rPr sz="1050" b="0">
                <a:solidFill>
                  <a:srgbClr val="5D6470"/>
                </a:solidFill>
                <a:latin typeface="Yu Gothic" panose="020B0400000000000000" charset="-128"/>
                <a:ea typeface="Yu Gothic" panose="020B0400000000000000" charset="-128"/>
                <a:cs typeface="Yu Gothic" panose="020B0400000000000000" charset="-128"/>
              </a:rPr>
              <a:t>13</a:t>
            </a:r>
            <a:endParaRPr sz="1050" b="0">
              <a:solidFill>
                <a:srgbClr val="5D6470"/>
              </a:solidFill>
              <a:latin typeface="Yu Gothic" panose="020B0400000000000000" charset="-128"/>
              <a:ea typeface="Yu Gothic" panose="020B0400000000000000" charset="-128"/>
              <a:cs typeface="Yu Gothic" panose="020B0400000000000000" charset="-128"/>
            </a:endParaRPr>
          </a:p>
        </p:txBody>
      </p:sp>
      <p:sp>
        <p:nvSpPr>
          <p:cNvPr id="5" name="矩形 4"/>
          <p:cNvSpPr>
            <a:spLocks noGrp="1"/>
          </p:cNvSpPr>
          <p:nvPr/>
        </p:nvSpPr>
        <p:spPr>
          <a:xfrm>
            <a:off x="609600" y="1952625"/>
            <a:ext cx="3238500" cy="495300"/>
          </a:xfrm>
          <a:prstGeom prst="rect">
            <a:avLst/>
          </a:prstGeom>
          <a:noFill/>
          <a:ln w="0">
            <a:noFill/>
            <a:prstDash val="solid"/>
          </a:ln>
        </p:spPr>
        <p:txBody>
          <a:bodyPr wrap="square" lIns="0" tIns="0" rIns="0" bIns="0" anchor="t">
            <a:normAutofit/>
          </a:bodyPr>
          <a:lstStyle/>
          <a:p>
            <a:pPr algn="l">
              <a:defRPr sz="2325" b="1">
                <a:solidFill>
                  <a:srgbClr val="3D8DFF"/>
                </a:solidFill>
                <a:latin typeface="Yu Gothic" panose="020B0400000000000000" charset="-128"/>
                <a:ea typeface="Yu Gothic" panose="020B0400000000000000" charset="-128"/>
                <a:cs typeface="Yu Gothic" panose="020B0400000000000000" charset="-128"/>
              </a:defRPr>
            </a:pPr>
            <a:r>
              <a:rPr sz="2325" b="1">
                <a:solidFill>
                  <a:srgbClr val="3D8DFF"/>
                </a:solidFill>
                <a:latin typeface="Yu Gothic" panose="020B0400000000000000" charset="-128"/>
                <a:ea typeface="Yu Gothic" panose="020B0400000000000000" charset="-128"/>
                <a:cs typeface="Yu Gothic" panose="020B0400000000000000" charset="-128"/>
              </a:rPr>
              <a:t>GitHub Pages</a:t>
            </a:r>
            <a:endParaRPr sz="2325" b="1">
              <a:solidFill>
                <a:srgbClr val="3D8DFF"/>
              </a:solidFill>
              <a:latin typeface="Yu Gothic" panose="020B0400000000000000" charset="-128"/>
              <a:ea typeface="Yu Gothic" panose="020B0400000000000000" charset="-128"/>
              <a:cs typeface="Yu Gothic" panose="020B0400000000000000" charset="-128"/>
            </a:endParaRPr>
          </a:p>
        </p:txBody>
      </p:sp>
      <p:sp>
        <p:nvSpPr>
          <p:cNvPr id="6" name="矩形 5"/>
          <p:cNvSpPr>
            <a:spLocks noGrp="1"/>
          </p:cNvSpPr>
          <p:nvPr/>
        </p:nvSpPr>
        <p:spPr>
          <a:xfrm>
            <a:off x="609600" y="2781300"/>
            <a:ext cx="3238500" cy="1524000"/>
          </a:xfrm>
          <a:prstGeom prst="rect">
            <a:avLst/>
          </a:prstGeom>
          <a:noFill/>
          <a:ln w="0">
            <a:noFill/>
            <a:prstDash val="solid"/>
          </a:ln>
        </p:spPr>
        <p:txBody>
          <a:bodyPr wrap="square" lIns="0" tIns="0" rIns="0" bIns="0" anchor="t">
            <a:normAutofit/>
          </a:bodyPr>
          <a:lstStyle/>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静的Webサイトを無料公開</a:t>
            </a:r>
            <a:endParaRPr sz="1800" b="0">
              <a:solidFill>
                <a:srgbClr val="5D6470"/>
              </a:solidFill>
              <a:latin typeface="Yu Gothic" panose="020B0400000000000000" charset="-128"/>
              <a:ea typeface="Yu Gothic" panose="020B0400000000000000" charset="-128"/>
              <a:cs typeface="Yu Gothic" panose="020B0400000000000000" charset="-128"/>
            </a:endParaRPr>
          </a:p>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Aタイプ・Level 1向け</a:t>
            </a:r>
            <a:endParaRPr sz="1800" b="0">
              <a:solidFill>
                <a:srgbClr val="5D6470"/>
              </a:solidFill>
              <a:latin typeface="Yu Gothic" panose="020B0400000000000000" charset="-128"/>
              <a:ea typeface="Yu Gothic" panose="020B0400000000000000" charset="-128"/>
              <a:cs typeface="Yu Gothic" panose="020B0400000000000000" charset="-128"/>
            </a:endParaRPr>
          </a:p>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完成後のAI費用なし</a:t>
            </a:r>
            <a:endParaRPr sz="1800" b="0">
              <a:solidFill>
                <a:srgbClr val="5D6470"/>
              </a:solidFill>
              <a:latin typeface="Yu Gothic" panose="020B0400000000000000" charset="-128"/>
              <a:ea typeface="Yu Gothic" panose="020B0400000000000000" charset="-128"/>
              <a:cs typeface="Yu Gothic" panose="020B0400000000000000" charset="-128"/>
            </a:endParaRPr>
          </a:p>
        </p:txBody>
      </p:sp>
      <p:sp>
        <p:nvSpPr>
          <p:cNvPr id="7" name="矩形 6"/>
          <p:cNvSpPr>
            <a:spLocks noGrp="1"/>
          </p:cNvSpPr>
          <p:nvPr/>
        </p:nvSpPr>
        <p:spPr>
          <a:xfrm>
            <a:off x="4476750" y="1952625"/>
            <a:ext cx="3238500" cy="495300"/>
          </a:xfrm>
          <a:prstGeom prst="rect">
            <a:avLst/>
          </a:prstGeom>
          <a:noFill/>
          <a:ln w="0">
            <a:noFill/>
            <a:prstDash val="solid"/>
          </a:ln>
        </p:spPr>
        <p:txBody>
          <a:bodyPr wrap="square" lIns="0" tIns="0" rIns="0" bIns="0" anchor="t">
            <a:normAutofit/>
          </a:bodyPr>
          <a:lstStyle/>
          <a:p>
            <a:pPr algn="l">
              <a:defRPr sz="2325" b="1">
                <a:solidFill>
                  <a:srgbClr val="111111"/>
                </a:solidFill>
                <a:latin typeface="Yu Gothic" panose="020B0400000000000000" charset="-128"/>
                <a:ea typeface="Yu Gothic" panose="020B0400000000000000" charset="-128"/>
                <a:cs typeface="Yu Gothic" panose="020B0400000000000000" charset="-128"/>
              </a:defRPr>
            </a:pPr>
            <a:r>
              <a:rPr sz="2325" b="1">
                <a:solidFill>
                  <a:srgbClr val="111111"/>
                </a:solidFill>
                <a:latin typeface="Yu Gothic" panose="020B0400000000000000" charset="-128"/>
                <a:ea typeface="Yu Gothic" panose="020B0400000000000000" charset="-128"/>
                <a:cs typeface="Yu Gothic" panose="020B0400000000000000" charset="-128"/>
              </a:rPr>
              <a:t>Google Apps Script</a:t>
            </a:r>
            <a:endParaRPr sz="2325" b="1">
              <a:solidFill>
                <a:srgbClr val="111111"/>
              </a:solidFill>
              <a:latin typeface="Yu Gothic" panose="020B0400000000000000" charset="-128"/>
              <a:ea typeface="Yu Gothic" panose="020B0400000000000000" charset="-128"/>
              <a:cs typeface="Yu Gothic" panose="020B0400000000000000" charset="-128"/>
            </a:endParaRPr>
          </a:p>
        </p:txBody>
      </p:sp>
      <p:sp>
        <p:nvSpPr>
          <p:cNvPr id="8" name="矩形 7"/>
          <p:cNvSpPr>
            <a:spLocks noGrp="1"/>
          </p:cNvSpPr>
          <p:nvPr/>
        </p:nvSpPr>
        <p:spPr>
          <a:xfrm>
            <a:off x="4476750" y="2781300"/>
            <a:ext cx="3238500" cy="1524000"/>
          </a:xfrm>
          <a:prstGeom prst="rect">
            <a:avLst/>
          </a:prstGeom>
          <a:noFill/>
          <a:ln w="0">
            <a:noFill/>
            <a:prstDash val="solid"/>
          </a:ln>
        </p:spPr>
        <p:txBody>
          <a:bodyPr wrap="square" lIns="0" tIns="0" rIns="0" bIns="0" anchor="t">
            <a:normAutofit/>
          </a:bodyPr>
          <a:lstStyle/>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Google Sheetと連携</a:t>
            </a:r>
            <a:endParaRPr sz="1800" b="0">
              <a:solidFill>
                <a:srgbClr val="5D6470"/>
              </a:solidFill>
              <a:latin typeface="Yu Gothic" panose="020B0400000000000000" charset="-128"/>
              <a:ea typeface="Yu Gothic" panose="020B0400000000000000" charset="-128"/>
              <a:cs typeface="Yu Gothic" panose="020B0400000000000000" charset="-128"/>
            </a:endParaRPr>
          </a:p>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小規模なデータ保存</a:t>
            </a:r>
            <a:endParaRPr sz="1800" b="0">
              <a:solidFill>
                <a:srgbClr val="5D6470"/>
              </a:solidFill>
              <a:latin typeface="Yu Gothic" panose="020B0400000000000000" charset="-128"/>
              <a:ea typeface="Yu Gothic" panose="020B0400000000000000" charset="-128"/>
              <a:cs typeface="Yu Gothic" panose="020B0400000000000000" charset="-128"/>
            </a:endParaRPr>
          </a:p>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自分でServer管理不要</a:t>
            </a:r>
            <a:endParaRPr sz="1800" b="0">
              <a:solidFill>
                <a:srgbClr val="5D6470"/>
              </a:solidFill>
              <a:latin typeface="Yu Gothic" panose="020B0400000000000000" charset="-128"/>
              <a:ea typeface="Yu Gothic" panose="020B0400000000000000" charset="-128"/>
              <a:cs typeface="Yu Gothic" panose="020B0400000000000000" charset="-128"/>
            </a:endParaRPr>
          </a:p>
        </p:txBody>
      </p:sp>
      <p:sp>
        <p:nvSpPr>
          <p:cNvPr id="9" name="矩形 8"/>
          <p:cNvSpPr>
            <a:spLocks noGrp="1"/>
          </p:cNvSpPr>
          <p:nvPr/>
        </p:nvSpPr>
        <p:spPr>
          <a:xfrm>
            <a:off x="8343900" y="1952625"/>
            <a:ext cx="3238500" cy="495300"/>
          </a:xfrm>
          <a:prstGeom prst="rect">
            <a:avLst/>
          </a:prstGeom>
          <a:noFill/>
          <a:ln w="0">
            <a:noFill/>
            <a:prstDash val="solid"/>
          </a:ln>
        </p:spPr>
        <p:txBody>
          <a:bodyPr wrap="square" lIns="0" tIns="0" rIns="0" bIns="0" anchor="t">
            <a:normAutofit/>
          </a:bodyPr>
          <a:lstStyle/>
          <a:p>
            <a:pPr algn="l">
              <a:defRPr sz="2325" b="1">
                <a:solidFill>
                  <a:srgbClr val="111111"/>
                </a:solidFill>
                <a:latin typeface="Yu Gothic" panose="020B0400000000000000" charset="-128"/>
                <a:ea typeface="Yu Gothic" panose="020B0400000000000000" charset="-128"/>
                <a:cs typeface="Yu Gothic" panose="020B0400000000000000" charset="-128"/>
              </a:defRPr>
            </a:pPr>
            <a:r>
              <a:rPr sz="2325" b="1">
                <a:solidFill>
                  <a:srgbClr val="111111"/>
                </a:solidFill>
                <a:latin typeface="Yu Gothic" panose="020B0400000000000000" charset="-128"/>
                <a:ea typeface="Yu Gothic" panose="020B0400000000000000" charset="-128"/>
                <a:cs typeface="Yu Gothic" panose="020B0400000000000000" charset="-128"/>
              </a:rPr>
              <a:t>Chat／Canvas／Agent</a:t>
            </a:r>
            <a:endParaRPr sz="2325" b="1">
              <a:solidFill>
                <a:srgbClr val="111111"/>
              </a:solidFill>
              <a:latin typeface="Yu Gothic" panose="020B0400000000000000" charset="-128"/>
              <a:ea typeface="Yu Gothic" panose="020B0400000000000000" charset="-128"/>
              <a:cs typeface="Yu Gothic" panose="020B0400000000000000" charset="-128"/>
            </a:endParaRPr>
          </a:p>
        </p:txBody>
      </p:sp>
      <p:sp>
        <p:nvSpPr>
          <p:cNvPr id="10" name="矩形 9"/>
          <p:cNvSpPr>
            <a:spLocks noGrp="1"/>
          </p:cNvSpPr>
          <p:nvPr/>
        </p:nvSpPr>
        <p:spPr>
          <a:xfrm>
            <a:off x="8343900" y="2781300"/>
            <a:ext cx="3238500" cy="1524000"/>
          </a:xfrm>
          <a:prstGeom prst="rect">
            <a:avLst/>
          </a:prstGeom>
          <a:noFill/>
          <a:ln w="0">
            <a:noFill/>
            <a:prstDash val="solid"/>
          </a:ln>
        </p:spPr>
        <p:txBody>
          <a:bodyPr wrap="square" lIns="0" tIns="0" rIns="0" bIns="0" anchor="t">
            <a:normAutofit/>
          </a:bodyPr>
          <a:lstStyle/>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考える → Chat</a:t>
            </a:r>
            <a:endParaRPr sz="1800" b="0">
              <a:solidFill>
                <a:srgbClr val="5D6470"/>
              </a:solidFill>
              <a:latin typeface="Yu Gothic" panose="020B0400000000000000" charset="-128"/>
              <a:ea typeface="Yu Gothic" panose="020B0400000000000000" charset="-128"/>
              <a:cs typeface="Yu Gothic" panose="020B0400000000000000" charset="-128"/>
            </a:endParaRPr>
          </a:p>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試す → Canvas</a:t>
            </a:r>
            <a:endParaRPr sz="1800" b="0">
              <a:solidFill>
                <a:srgbClr val="5D6470"/>
              </a:solidFill>
              <a:latin typeface="Yu Gothic" panose="020B0400000000000000" charset="-128"/>
              <a:ea typeface="Yu Gothic" panose="020B0400000000000000" charset="-128"/>
              <a:cs typeface="Yu Gothic" panose="020B0400000000000000" charset="-128"/>
            </a:endParaRPr>
          </a:p>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育てる → Agent</a:t>
            </a:r>
            <a:endParaRPr sz="1800" b="0">
              <a:solidFill>
                <a:srgbClr val="5D6470"/>
              </a:solidFill>
              <a:latin typeface="Yu Gothic" panose="020B0400000000000000" charset="-128"/>
              <a:ea typeface="Yu Gothic" panose="020B0400000000000000" charset="-128"/>
              <a:cs typeface="Yu Gothic" panose="020B0400000000000000" charset="-128"/>
            </a:endParaRPr>
          </a:p>
        </p:txBody>
      </p:sp>
      <p:sp>
        <p:nvSpPr>
          <p:cNvPr id="11" name="矩形 10"/>
          <p:cNvSpPr>
            <a:spLocks noGrp="1"/>
          </p:cNvSpPr>
          <p:nvPr/>
        </p:nvSpPr>
        <p:spPr>
          <a:xfrm>
            <a:off x="609600" y="5334000"/>
            <a:ext cx="10668000" cy="552450"/>
          </a:xfrm>
          <a:prstGeom prst="rect">
            <a:avLst/>
          </a:prstGeom>
          <a:noFill/>
          <a:ln w="0">
            <a:noFill/>
            <a:prstDash val="solid"/>
          </a:ln>
        </p:spPr>
        <p:txBody>
          <a:bodyPr wrap="square" lIns="0" tIns="0" rIns="0" bIns="0" anchor="t">
            <a:normAutofit/>
          </a:bodyPr>
          <a:lstStyle/>
          <a:p>
            <a:pPr algn="l">
              <a:defRPr sz="2100" b="1">
                <a:solidFill>
                  <a:srgbClr val="111111"/>
                </a:solidFill>
                <a:latin typeface="Yu Gothic" panose="020B0400000000000000" charset="-128"/>
                <a:ea typeface="Yu Gothic" panose="020B0400000000000000" charset="-128"/>
                <a:cs typeface="Yu Gothic" panose="020B0400000000000000" charset="-128"/>
              </a:defRPr>
            </a:pPr>
            <a:r>
              <a:rPr sz="2100" b="1">
                <a:solidFill>
                  <a:srgbClr val="111111"/>
                </a:solidFill>
                <a:latin typeface="Yu Gothic" panose="020B0400000000000000" charset="-128"/>
                <a:ea typeface="Yu Gothic" panose="020B0400000000000000" charset="-128"/>
                <a:cs typeface="Yu Gothic" panose="020B0400000000000000" charset="-128"/>
              </a:rPr>
              <a:t>一つを選び続ける必要はない。段階ごとに使い分ける。</a:t>
            </a:r>
            <a:endParaRPr sz="2100" b="1">
              <a:solidFill>
                <a:srgbClr val="111111"/>
              </a:solidFill>
              <a:latin typeface="Yu Gothic" panose="020B0400000000000000" charset="-128"/>
              <a:ea typeface="Yu Gothic" panose="020B0400000000000000" charset="-128"/>
              <a:cs typeface="Yu Gothic" panose="020B0400000000000000" charset="-128"/>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6" name="矩形 15"/>
          <p:cNvSpPr>
            <a:spLocks noGrp="1"/>
          </p:cNvSpPr>
          <p:nvPr/>
        </p:nvSpPr>
        <p:spPr>
          <a:xfrm>
            <a:off x="533400" y="285750"/>
            <a:ext cx="34290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Yu Gothic" panose="020B0400000000000000" charset="-128"/>
                <a:ea typeface="Yu Gothic" panose="020B0400000000000000" charset="-128"/>
                <a:cs typeface="Yu Gothic" panose="020B0400000000000000" charset="-128"/>
              </a:defRPr>
            </a:pPr>
            <a:r>
              <a:rPr sz="1200" b="1">
                <a:solidFill>
                  <a:srgbClr val="3D8DFF"/>
                </a:solidFill>
                <a:latin typeface="Yu Gothic" panose="020B0400000000000000" charset="-128"/>
                <a:ea typeface="Yu Gothic" panose="020B0400000000000000" charset="-128"/>
                <a:cs typeface="Yu Gothic" panose="020B0400000000000000" charset="-128"/>
              </a:rPr>
              <a:t>4｜まとめ</a:t>
            </a:r>
            <a:endParaRPr sz="1200" b="1">
              <a:solidFill>
                <a:srgbClr val="3D8DFF"/>
              </a:solidFill>
              <a:latin typeface="Yu Gothic" panose="020B0400000000000000" charset="-128"/>
              <a:ea typeface="Yu Gothic" panose="020B0400000000000000" charset="-128"/>
              <a:cs typeface="Yu Gothic" panose="020B0400000000000000" charset="-128"/>
            </a:endParaRPr>
          </a:p>
        </p:txBody>
      </p:sp>
      <p:sp>
        <p:nvSpPr>
          <p:cNvPr id="2" name="矩形 1"/>
          <p:cNvSpPr>
            <a:spLocks noGrp="1"/>
          </p:cNvSpPr>
          <p:nvPr/>
        </p:nvSpPr>
        <p:spPr>
          <a:xfrm>
            <a:off x="533400" y="628650"/>
            <a:ext cx="11125200" cy="609600"/>
          </a:xfrm>
          <a:prstGeom prst="rect">
            <a:avLst/>
          </a:prstGeom>
          <a:noFill/>
          <a:ln w="0">
            <a:noFill/>
            <a:prstDash val="solid"/>
          </a:ln>
        </p:spPr>
        <p:txBody>
          <a:bodyPr wrap="square" lIns="0" tIns="0" rIns="0" bIns="0" anchor="t">
            <a:normAutofit/>
          </a:bodyPr>
          <a:lstStyle/>
          <a:p>
            <a:pPr algn="l">
              <a:defRPr sz="3450" b="1">
                <a:solidFill>
                  <a:srgbClr val="111111"/>
                </a:solidFill>
                <a:latin typeface="Yu Gothic" panose="020B0400000000000000" charset="-128"/>
                <a:ea typeface="Yu Gothic" panose="020B0400000000000000" charset="-128"/>
                <a:cs typeface="Yu Gothic" panose="020B0400000000000000" charset="-128"/>
              </a:defRPr>
            </a:pPr>
            <a:r>
              <a:rPr sz="3450" b="1">
                <a:solidFill>
                  <a:srgbClr val="111111"/>
                </a:solidFill>
                <a:latin typeface="Yu Gothic" panose="020B0400000000000000" charset="-128"/>
                <a:ea typeface="Yu Gothic" panose="020B0400000000000000" charset="-128"/>
                <a:cs typeface="Yu Gothic" panose="020B0400000000000000" charset="-128"/>
              </a:rPr>
              <a:t>教師の強みは、教育のKnow-how</a:t>
            </a:r>
            <a:endParaRPr sz="3450" b="1">
              <a:solidFill>
                <a:srgbClr val="111111"/>
              </a:solidFill>
              <a:latin typeface="Yu Gothic" panose="020B0400000000000000" charset="-128"/>
              <a:ea typeface="Yu Gothic" panose="020B0400000000000000" charset="-128"/>
              <a:cs typeface="Yu Gothic" panose="020B0400000000000000" charset="-128"/>
            </a:endParaRPr>
          </a:p>
        </p:txBody>
      </p:sp>
      <p:cxnSp>
        <p:nvCxnSpPr>
          <p:cNvPr id="18" name="直線單箭頭接點 17"/>
          <p:cNvCxnSpPr/>
          <p:nvPr/>
        </p:nvCxnSpPr>
        <p:spPr>
          <a:xfrm>
            <a:off x="533400" y="1371600"/>
            <a:ext cx="11125200" cy="0"/>
          </a:xfrm>
          <a:prstGeom prst="straightConnector1">
            <a:avLst/>
          </a:prstGeom>
          <a:ln w="9525">
            <a:solidFill>
              <a:srgbClr val="C6CBD2"/>
            </a:solidFill>
            <a:prstDash val="solid"/>
          </a:ln>
        </p:spPr>
      </p:cxnSp>
      <p:sp>
        <p:nvSpPr>
          <p:cNvPr id="4" name="矩形 3"/>
          <p:cNvSpPr>
            <a:spLocks noGrp="1"/>
          </p:cNvSpPr>
          <p:nvPr/>
        </p:nvSpPr>
        <p:spPr>
          <a:xfrm>
            <a:off x="11144250" y="6419850"/>
            <a:ext cx="514350" cy="190500"/>
          </a:xfrm>
          <a:prstGeom prst="rect">
            <a:avLst/>
          </a:prstGeom>
          <a:noFill/>
          <a:ln w="0">
            <a:noFill/>
            <a:prstDash val="solid"/>
          </a:ln>
        </p:spPr>
        <p:txBody>
          <a:bodyPr wrap="square" lIns="0" tIns="0" rIns="0" bIns="0" anchor="t">
            <a:normAutofit/>
          </a:bodyPr>
          <a:lstStyle/>
          <a:p>
            <a:pPr algn="r">
              <a:defRPr sz="1050" b="0">
                <a:solidFill>
                  <a:srgbClr val="5D6470"/>
                </a:solidFill>
                <a:latin typeface="Yu Gothic" panose="020B0400000000000000" charset="-128"/>
                <a:ea typeface="Yu Gothic" panose="020B0400000000000000" charset="-128"/>
                <a:cs typeface="Yu Gothic" panose="020B0400000000000000" charset="-128"/>
              </a:defRPr>
            </a:pPr>
            <a:r>
              <a:rPr sz="1050" b="0">
                <a:solidFill>
                  <a:srgbClr val="5D6470"/>
                </a:solidFill>
                <a:latin typeface="Yu Gothic" panose="020B0400000000000000" charset="-128"/>
                <a:ea typeface="Yu Gothic" panose="020B0400000000000000" charset="-128"/>
                <a:cs typeface="Yu Gothic" panose="020B0400000000000000" charset="-128"/>
              </a:rPr>
              <a:t>14</a:t>
            </a:r>
            <a:endParaRPr sz="1050" b="0">
              <a:solidFill>
                <a:srgbClr val="5D6470"/>
              </a:solidFill>
              <a:latin typeface="Yu Gothic" panose="020B0400000000000000" charset="-128"/>
              <a:ea typeface="Yu Gothic" panose="020B0400000000000000" charset="-128"/>
              <a:cs typeface="Yu Gothic" panose="020B0400000000000000" charset="-128"/>
            </a:endParaRPr>
          </a:p>
        </p:txBody>
      </p:sp>
      <p:sp>
        <p:nvSpPr>
          <p:cNvPr id="5" name="矩形 4"/>
          <p:cNvSpPr>
            <a:spLocks noGrp="1"/>
          </p:cNvSpPr>
          <p:nvPr/>
        </p:nvSpPr>
        <p:spPr>
          <a:xfrm>
            <a:off x="609600" y="2057400"/>
            <a:ext cx="3143250" cy="533400"/>
          </a:xfrm>
          <a:prstGeom prst="rect">
            <a:avLst/>
          </a:prstGeom>
          <a:noFill/>
          <a:ln w="0">
            <a:noFill/>
            <a:prstDash val="solid"/>
          </a:ln>
        </p:spPr>
        <p:txBody>
          <a:bodyPr wrap="square" lIns="0" tIns="0" rIns="0" bIns="0" anchor="t">
            <a:normAutofit/>
          </a:bodyPr>
          <a:lstStyle/>
          <a:p>
            <a:pPr algn="l">
              <a:defRPr sz="2250" b="1">
                <a:solidFill>
                  <a:srgbClr val="3D8DFF"/>
                </a:solidFill>
                <a:latin typeface="Yu Gothic" panose="020B0400000000000000" charset="-128"/>
                <a:ea typeface="Yu Gothic" panose="020B0400000000000000" charset="-128"/>
                <a:cs typeface="Yu Gothic" panose="020B0400000000000000" charset="-128"/>
              </a:defRPr>
            </a:pPr>
            <a:r>
              <a:rPr sz="2250" b="1">
                <a:solidFill>
                  <a:srgbClr val="3D8DFF"/>
                </a:solidFill>
                <a:latin typeface="Yu Gothic" panose="020B0400000000000000" charset="-128"/>
                <a:ea typeface="Yu Gothic" panose="020B0400000000000000" charset="-128"/>
                <a:cs typeface="Yu Gothic" panose="020B0400000000000000" charset="-128"/>
              </a:rPr>
              <a:t>学生を知る</a:t>
            </a:r>
            <a:endParaRPr sz="2250" b="1">
              <a:solidFill>
                <a:srgbClr val="3D8DFF"/>
              </a:solidFill>
              <a:latin typeface="Yu Gothic" panose="020B0400000000000000" charset="-128"/>
              <a:ea typeface="Yu Gothic" panose="020B0400000000000000" charset="-128"/>
              <a:cs typeface="Yu Gothic" panose="020B0400000000000000" charset="-128"/>
            </a:endParaRPr>
          </a:p>
        </p:txBody>
      </p:sp>
      <p:cxnSp>
        <p:nvCxnSpPr>
          <p:cNvPr id="21" name="直線單箭頭接點 20"/>
          <p:cNvCxnSpPr/>
          <p:nvPr/>
        </p:nvCxnSpPr>
        <p:spPr>
          <a:xfrm>
            <a:off x="609600" y="2781300"/>
            <a:ext cx="2952750" cy="0"/>
          </a:xfrm>
          <a:prstGeom prst="straightConnector1">
            <a:avLst/>
          </a:prstGeom>
          <a:ln w="38100">
            <a:solidFill>
              <a:srgbClr val="3D8DFF"/>
            </a:solidFill>
            <a:prstDash val="solid"/>
          </a:ln>
        </p:spPr>
      </p:cxnSp>
      <p:sp>
        <p:nvSpPr>
          <p:cNvPr id="7" name="矩形 6"/>
          <p:cNvSpPr>
            <a:spLocks noGrp="1"/>
          </p:cNvSpPr>
          <p:nvPr/>
        </p:nvSpPr>
        <p:spPr>
          <a:xfrm>
            <a:off x="609600" y="3105150"/>
            <a:ext cx="3143250" cy="1238250"/>
          </a:xfrm>
          <a:prstGeom prst="rect">
            <a:avLst/>
          </a:prstGeom>
          <a:noFill/>
          <a:ln w="0">
            <a:noFill/>
            <a:prstDash val="solid"/>
          </a:ln>
        </p:spPr>
        <p:txBody>
          <a:bodyPr wrap="square" lIns="0" tIns="0" rIns="0" bIns="0" anchor="t">
            <a:normAutofit/>
          </a:bodyPr>
          <a:lstStyle/>
          <a:p>
            <a:pPr algn="l">
              <a:defRPr sz="1875" b="0">
                <a:solidFill>
                  <a:srgbClr val="5D6470"/>
                </a:solidFill>
                <a:latin typeface="Yu Gothic" panose="020B0400000000000000" charset="-128"/>
                <a:ea typeface="Yu Gothic" panose="020B0400000000000000" charset="-128"/>
                <a:cs typeface="Yu Gothic" panose="020B0400000000000000" charset="-128"/>
              </a:defRPr>
            </a:pPr>
            <a:r>
              <a:rPr sz="1875" b="0">
                <a:solidFill>
                  <a:srgbClr val="5D6470"/>
                </a:solidFill>
                <a:latin typeface="Yu Gothic" panose="020B0400000000000000" charset="-128"/>
                <a:ea typeface="Yu Gothic" panose="020B0400000000000000" charset="-128"/>
                <a:cs typeface="Yu Gothic" panose="020B0400000000000000" charset="-128"/>
              </a:rPr>
              <a:t>国・目的・レベルで</a:t>
            </a:r>
            <a:endParaRPr sz="1875" b="0">
              <a:solidFill>
                <a:srgbClr val="5D6470"/>
              </a:solidFill>
              <a:latin typeface="Yu Gothic" panose="020B0400000000000000" charset="-128"/>
              <a:ea typeface="Yu Gothic" panose="020B0400000000000000" charset="-128"/>
              <a:cs typeface="Yu Gothic" panose="020B0400000000000000" charset="-128"/>
            </a:endParaRPr>
          </a:p>
          <a:p>
            <a:pPr algn="l">
              <a:defRPr sz="1875" b="0">
                <a:solidFill>
                  <a:srgbClr val="5D6470"/>
                </a:solidFill>
                <a:latin typeface="Yu Gothic" panose="020B0400000000000000" charset="-128"/>
                <a:ea typeface="Yu Gothic" panose="020B0400000000000000" charset="-128"/>
                <a:cs typeface="Yu Gothic" panose="020B0400000000000000" charset="-128"/>
              </a:defRPr>
            </a:pPr>
            <a:r>
              <a:rPr sz="1875" b="0">
                <a:solidFill>
                  <a:srgbClr val="5D6470"/>
                </a:solidFill>
                <a:latin typeface="Yu Gothic" panose="020B0400000000000000" charset="-128"/>
                <a:ea typeface="Yu Gothic" panose="020B0400000000000000" charset="-128"/>
                <a:cs typeface="Yu Gothic" panose="020B0400000000000000" charset="-128"/>
              </a:rPr>
              <a:t>必要な語彙が違う</a:t>
            </a:r>
            <a:endParaRPr sz="1875" b="0">
              <a:solidFill>
                <a:srgbClr val="5D6470"/>
              </a:solidFill>
              <a:latin typeface="Yu Gothic" panose="020B0400000000000000" charset="-128"/>
              <a:ea typeface="Yu Gothic" panose="020B0400000000000000" charset="-128"/>
              <a:cs typeface="Yu Gothic" panose="020B0400000000000000" charset="-128"/>
            </a:endParaRPr>
          </a:p>
        </p:txBody>
      </p:sp>
      <p:sp>
        <p:nvSpPr>
          <p:cNvPr id="8" name="矩形 7"/>
          <p:cNvSpPr>
            <a:spLocks noGrp="1"/>
          </p:cNvSpPr>
          <p:nvPr/>
        </p:nvSpPr>
        <p:spPr>
          <a:xfrm>
            <a:off x="4286250" y="2057400"/>
            <a:ext cx="3143250" cy="533400"/>
          </a:xfrm>
          <a:prstGeom prst="rect">
            <a:avLst/>
          </a:prstGeom>
          <a:noFill/>
          <a:ln w="0">
            <a:noFill/>
            <a:prstDash val="solid"/>
          </a:ln>
        </p:spPr>
        <p:txBody>
          <a:bodyPr wrap="square" lIns="0" tIns="0" rIns="0" bIns="0" anchor="t">
            <a:normAutofit/>
          </a:bodyPr>
          <a:lstStyle/>
          <a:p>
            <a:pPr algn="l">
              <a:defRPr sz="2250" b="1">
                <a:solidFill>
                  <a:srgbClr val="111111"/>
                </a:solidFill>
                <a:latin typeface="Yu Gothic" panose="020B0400000000000000" charset="-128"/>
                <a:ea typeface="Yu Gothic" panose="020B0400000000000000" charset="-128"/>
                <a:cs typeface="Yu Gothic" panose="020B0400000000000000" charset="-128"/>
              </a:defRPr>
            </a:pPr>
            <a:r>
              <a:rPr sz="2250" b="1">
                <a:solidFill>
                  <a:srgbClr val="111111"/>
                </a:solidFill>
                <a:latin typeface="Yu Gothic" panose="020B0400000000000000" charset="-128"/>
                <a:ea typeface="Yu Gothic" panose="020B0400000000000000" charset="-128"/>
                <a:cs typeface="Yu Gothic" panose="020B0400000000000000" charset="-128"/>
              </a:rPr>
              <a:t>教材を判断する</a:t>
            </a:r>
            <a:endParaRPr sz="2250" b="1">
              <a:solidFill>
                <a:srgbClr val="111111"/>
              </a:solidFill>
              <a:latin typeface="Yu Gothic" panose="020B0400000000000000" charset="-128"/>
              <a:ea typeface="Yu Gothic" panose="020B0400000000000000" charset="-128"/>
              <a:cs typeface="Yu Gothic" panose="020B0400000000000000" charset="-128"/>
            </a:endParaRPr>
          </a:p>
        </p:txBody>
      </p:sp>
      <p:cxnSp>
        <p:nvCxnSpPr>
          <p:cNvPr id="24" name="直線單箭頭接點 23"/>
          <p:cNvCxnSpPr/>
          <p:nvPr/>
        </p:nvCxnSpPr>
        <p:spPr>
          <a:xfrm>
            <a:off x="4286250" y="2781300"/>
            <a:ext cx="2952750" cy="0"/>
          </a:xfrm>
          <a:prstGeom prst="straightConnector1">
            <a:avLst/>
          </a:prstGeom>
          <a:ln w="19050">
            <a:solidFill>
              <a:srgbClr val="C6CBD2"/>
            </a:solidFill>
            <a:prstDash val="solid"/>
          </a:ln>
        </p:spPr>
      </p:cxnSp>
      <p:sp>
        <p:nvSpPr>
          <p:cNvPr id="10" name="矩形 9"/>
          <p:cNvSpPr>
            <a:spLocks noGrp="1"/>
          </p:cNvSpPr>
          <p:nvPr/>
        </p:nvSpPr>
        <p:spPr>
          <a:xfrm>
            <a:off x="4286250" y="3105150"/>
            <a:ext cx="3143250" cy="1238250"/>
          </a:xfrm>
          <a:prstGeom prst="rect">
            <a:avLst/>
          </a:prstGeom>
          <a:noFill/>
          <a:ln w="0">
            <a:noFill/>
            <a:prstDash val="solid"/>
          </a:ln>
        </p:spPr>
        <p:txBody>
          <a:bodyPr wrap="square" lIns="0" tIns="0" rIns="0" bIns="0" anchor="t">
            <a:normAutofit/>
          </a:bodyPr>
          <a:lstStyle/>
          <a:p>
            <a:pPr algn="l">
              <a:defRPr sz="1875" b="0">
                <a:solidFill>
                  <a:srgbClr val="5D6470"/>
                </a:solidFill>
                <a:latin typeface="Yu Gothic" panose="020B0400000000000000" charset="-128"/>
                <a:ea typeface="Yu Gothic" panose="020B0400000000000000" charset="-128"/>
                <a:cs typeface="Yu Gothic" panose="020B0400000000000000" charset="-128"/>
              </a:defRPr>
            </a:pPr>
            <a:r>
              <a:rPr sz="1875" b="0">
                <a:solidFill>
                  <a:srgbClr val="5D6470"/>
                </a:solidFill>
                <a:latin typeface="Yu Gothic" panose="020B0400000000000000" charset="-128"/>
                <a:ea typeface="Yu Gothic" panose="020B0400000000000000" charset="-128"/>
                <a:cs typeface="Yu Gothic" panose="020B0400000000000000" charset="-128"/>
              </a:rPr>
              <a:t>自然さ・難易度・</a:t>
            </a:r>
            <a:endParaRPr sz="1875" b="0">
              <a:solidFill>
                <a:srgbClr val="5D6470"/>
              </a:solidFill>
              <a:latin typeface="Yu Gothic" panose="020B0400000000000000" charset="-128"/>
              <a:ea typeface="Yu Gothic" panose="020B0400000000000000" charset="-128"/>
              <a:cs typeface="Yu Gothic" panose="020B0400000000000000" charset="-128"/>
            </a:endParaRPr>
          </a:p>
          <a:p>
            <a:pPr algn="l">
              <a:defRPr sz="1875" b="0">
                <a:solidFill>
                  <a:srgbClr val="5D6470"/>
                </a:solidFill>
                <a:latin typeface="Yu Gothic" panose="020B0400000000000000" charset="-128"/>
                <a:ea typeface="Yu Gothic" panose="020B0400000000000000" charset="-128"/>
                <a:cs typeface="Yu Gothic" panose="020B0400000000000000" charset="-128"/>
              </a:defRPr>
            </a:pPr>
            <a:r>
              <a:rPr sz="1875" b="0">
                <a:solidFill>
                  <a:srgbClr val="5D6470"/>
                </a:solidFill>
                <a:latin typeface="Yu Gothic" panose="020B0400000000000000" charset="-128"/>
                <a:ea typeface="Yu Gothic" panose="020B0400000000000000" charset="-128"/>
                <a:cs typeface="Yu Gothic" panose="020B0400000000000000" charset="-128"/>
              </a:rPr>
              <a:t>教育的価値を見抜く</a:t>
            </a:r>
            <a:endParaRPr sz="1875" b="0">
              <a:solidFill>
                <a:srgbClr val="5D6470"/>
              </a:solidFill>
              <a:latin typeface="Yu Gothic" panose="020B0400000000000000" charset="-128"/>
              <a:ea typeface="Yu Gothic" panose="020B0400000000000000" charset="-128"/>
              <a:cs typeface="Yu Gothic" panose="020B0400000000000000" charset="-128"/>
            </a:endParaRPr>
          </a:p>
        </p:txBody>
      </p:sp>
      <p:sp>
        <p:nvSpPr>
          <p:cNvPr id="11" name="矩形 10"/>
          <p:cNvSpPr>
            <a:spLocks noGrp="1"/>
          </p:cNvSpPr>
          <p:nvPr/>
        </p:nvSpPr>
        <p:spPr>
          <a:xfrm>
            <a:off x="7962900" y="2057400"/>
            <a:ext cx="3143250" cy="533400"/>
          </a:xfrm>
          <a:prstGeom prst="rect">
            <a:avLst/>
          </a:prstGeom>
          <a:noFill/>
          <a:ln w="0">
            <a:noFill/>
            <a:prstDash val="solid"/>
          </a:ln>
        </p:spPr>
        <p:txBody>
          <a:bodyPr wrap="square" lIns="0" tIns="0" rIns="0" bIns="0" anchor="t">
            <a:normAutofit/>
          </a:bodyPr>
          <a:lstStyle/>
          <a:p>
            <a:pPr algn="l">
              <a:defRPr sz="2250" b="1">
                <a:solidFill>
                  <a:srgbClr val="111111"/>
                </a:solidFill>
                <a:latin typeface="Yu Gothic" panose="020B0400000000000000" charset="-128"/>
                <a:ea typeface="Yu Gothic" panose="020B0400000000000000" charset="-128"/>
                <a:cs typeface="Yu Gothic" panose="020B0400000000000000" charset="-128"/>
              </a:defRPr>
            </a:pPr>
            <a:r>
              <a:rPr sz="2250" b="1">
                <a:solidFill>
                  <a:srgbClr val="111111"/>
                </a:solidFill>
                <a:latin typeface="Yu Gothic" panose="020B0400000000000000" charset="-128"/>
                <a:ea typeface="Yu Gothic" panose="020B0400000000000000" charset="-128"/>
                <a:cs typeface="Yu Gothic" panose="020B0400000000000000" charset="-128"/>
              </a:rPr>
              <a:t>すぐ試して直す</a:t>
            </a:r>
            <a:endParaRPr sz="2250" b="1">
              <a:solidFill>
                <a:srgbClr val="111111"/>
              </a:solidFill>
              <a:latin typeface="Yu Gothic" panose="020B0400000000000000" charset="-128"/>
              <a:ea typeface="Yu Gothic" panose="020B0400000000000000" charset="-128"/>
              <a:cs typeface="Yu Gothic" panose="020B0400000000000000" charset="-128"/>
            </a:endParaRPr>
          </a:p>
        </p:txBody>
      </p:sp>
      <p:cxnSp>
        <p:nvCxnSpPr>
          <p:cNvPr id="27" name="直線單箭頭接點 26"/>
          <p:cNvCxnSpPr/>
          <p:nvPr/>
        </p:nvCxnSpPr>
        <p:spPr>
          <a:xfrm>
            <a:off x="7962900" y="2781300"/>
            <a:ext cx="2952750" cy="0"/>
          </a:xfrm>
          <a:prstGeom prst="straightConnector1">
            <a:avLst/>
          </a:prstGeom>
          <a:ln w="19050">
            <a:solidFill>
              <a:srgbClr val="C6CBD2"/>
            </a:solidFill>
            <a:prstDash val="solid"/>
          </a:ln>
        </p:spPr>
      </p:cxnSp>
      <p:sp>
        <p:nvSpPr>
          <p:cNvPr id="13" name="矩形 12"/>
          <p:cNvSpPr>
            <a:spLocks noGrp="1"/>
          </p:cNvSpPr>
          <p:nvPr/>
        </p:nvSpPr>
        <p:spPr>
          <a:xfrm>
            <a:off x="7962900" y="3105150"/>
            <a:ext cx="3143250" cy="1238250"/>
          </a:xfrm>
          <a:prstGeom prst="rect">
            <a:avLst/>
          </a:prstGeom>
          <a:noFill/>
          <a:ln w="0">
            <a:noFill/>
            <a:prstDash val="solid"/>
          </a:ln>
        </p:spPr>
        <p:txBody>
          <a:bodyPr wrap="square" lIns="0" tIns="0" rIns="0" bIns="0" anchor="t">
            <a:normAutofit/>
          </a:bodyPr>
          <a:lstStyle/>
          <a:p>
            <a:pPr algn="l">
              <a:defRPr sz="1875" b="0">
                <a:solidFill>
                  <a:srgbClr val="5D6470"/>
                </a:solidFill>
                <a:latin typeface="Yu Gothic" panose="020B0400000000000000" charset="-128"/>
                <a:ea typeface="Yu Gothic" panose="020B0400000000000000" charset="-128"/>
                <a:cs typeface="Yu Gothic" panose="020B0400000000000000" charset="-128"/>
              </a:defRPr>
            </a:pPr>
            <a:r>
              <a:rPr sz="1875" b="0">
                <a:solidFill>
                  <a:srgbClr val="5D6470"/>
                </a:solidFill>
                <a:latin typeface="Yu Gothic" panose="020B0400000000000000" charset="-128"/>
                <a:ea typeface="Yu Gothic" panose="020B0400000000000000" charset="-128"/>
                <a:cs typeface="Yu Gothic" panose="020B0400000000000000" charset="-128"/>
              </a:rPr>
              <a:t>実際の授業で使い</a:t>
            </a:r>
            <a:endParaRPr sz="1875" b="0">
              <a:solidFill>
                <a:srgbClr val="5D6470"/>
              </a:solidFill>
              <a:latin typeface="Yu Gothic" panose="020B0400000000000000" charset="-128"/>
              <a:ea typeface="Yu Gothic" panose="020B0400000000000000" charset="-128"/>
              <a:cs typeface="Yu Gothic" panose="020B0400000000000000" charset="-128"/>
            </a:endParaRPr>
          </a:p>
          <a:p>
            <a:pPr algn="l">
              <a:defRPr sz="1875" b="0">
                <a:solidFill>
                  <a:srgbClr val="5D6470"/>
                </a:solidFill>
                <a:latin typeface="Yu Gothic" panose="020B0400000000000000" charset="-128"/>
                <a:ea typeface="Yu Gothic" panose="020B0400000000000000" charset="-128"/>
                <a:cs typeface="Yu Gothic" panose="020B0400000000000000" charset="-128"/>
              </a:defRPr>
            </a:pPr>
            <a:r>
              <a:rPr sz="1875" b="0">
                <a:solidFill>
                  <a:srgbClr val="5D6470"/>
                </a:solidFill>
                <a:latin typeface="Yu Gothic" panose="020B0400000000000000" charset="-128"/>
                <a:ea typeface="Yu Gothic" panose="020B0400000000000000" charset="-128"/>
                <a:cs typeface="Yu Gothic" panose="020B0400000000000000" charset="-128"/>
              </a:rPr>
              <a:t>反応をAIへ返す</a:t>
            </a:r>
            <a:endParaRPr sz="1875" b="0">
              <a:solidFill>
                <a:srgbClr val="5D6470"/>
              </a:solidFill>
              <a:latin typeface="Yu Gothic" panose="020B0400000000000000" charset="-128"/>
              <a:ea typeface="Yu Gothic" panose="020B0400000000000000" charset="-128"/>
              <a:cs typeface="Yu Gothic" panose="020B0400000000000000" charset="-128"/>
            </a:endParaRPr>
          </a:p>
        </p:txBody>
      </p:sp>
      <p:sp>
        <p:nvSpPr>
          <p:cNvPr id="14" name="圓角矩形 13"/>
          <p:cNvSpPr>
            <a:spLocks noGrp="1"/>
          </p:cNvSpPr>
          <p:nvPr/>
        </p:nvSpPr>
        <p:spPr>
          <a:xfrm>
            <a:off x="609600" y="4991100"/>
            <a:ext cx="10496550" cy="1047750"/>
          </a:xfrm>
          <a:prstGeom prst="roundRect">
            <a:avLst>
              <a:gd name="adj" fmla="val 7273"/>
            </a:avLst>
          </a:prstGeom>
          <a:solidFill>
            <a:srgbClr val="F1F3F5"/>
          </a:solidFill>
          <a:ln w="0">
            <a:noFill/>
            <a:prstDash val="solid"/>
          </a:ln>
        </p:spPr>
      </p:sp>
      <p:sp>
        <p:nvSpPr>
          <p:cNvPr id="15" name="矩形 14"/>
          <p:cNvSpPr>
            <a:spLocks noGrp="1"/>
          </p:cNvSpPr>
          <p:nvPr/>
        </p:nvSpPr>
        <p:spPr>
          <a:xfrm>
            <a:off x="876300" y="5200650"/>
            <a:ext cx="9963150" cy="666750"/>
          </a:xfrm>
          <a:prstGeom prst="rect">
            <a:avLst/>
          </a:prstGeom>
          <a:noFill/>
          <a:ln w="0">
            <a:noFill/>
            <a:prstDash val="solid"/>
          </a:ln>
        </p:spPr>
        <p:txBody>
          <a:bodyPr wrap="square" lIns="0" tIns="0" rIns="0" bIns="0" anchor="t">
            <a:normAutofit/>
          </a:bodyPr>
          <a:lstStyle/>
          <a:p>
            <a:pPr algn="ctr">
              <a:defRPr sz="2025" b="1">
                <a:solidFill>
                  <a:srgbClr val="111111"/>
                </a:solidFill>
                <a:latin typeface="Yu Gothic" panose="020B0400000000000000" charset="-128"/>
                <a:ea typeface="Yu Gothic" panose="020B0400000000000000" charset="-128"/>
                <a:cs typeface="Yu Gothic" panose="020B0400000000000000" charset="-128"/>
              </a:defRPr>
            </a:pPr>
            <a:r>
              <a:rPr sz="2025" b="1">
                <a:solidFill>
                  <a:srgbClr val="111111"/>
                </a:solidFill>
                <a:latin typeface="Yu Gothic" panose="020B0400000000000000" charset="-128"/>
                <a:ea typeface="Yu Gothic" panose="020B0400000000000000" charset="-128"/>
                <a:cs typeface="Yu Gothic" panose="020B0400000000000000" charset="-128"/>
              </a:rPr>
              <a:t>台湾の学習者：漢字の意味には強い。</a:t>
            </a:r>
            <a:endParaRPr sz="2025" b="1">
              <a:solidFill>
                <a:srgbClr val="111111"/>
              </a:solidFill>
              <a:latin typeface="Yu Gothic" panose="020B0400000000000000" charset="-128"/>
              <a:ea typeface="Yu Gothic" panose="020B0400000000000000" charset="-128"/>
              <a:cs typeface="Yu Gothic" panose="020B0400000000000000" charset="-128"/>
            </a:endParaRPr>
          </a:p>
          <a:p>
            <a:pPr algn="ctr">
              <a:defRPr sz="2025" b="1">
                <a:solidFill>
                  <a:srgbClr val="111111"/>
                </a:solidFill>
                <a:latin typeface="Yu Gothic" panose="020B0400000000000000" charset="-128"/>
                <a:ea typeface="Yu Gothic" panose="020B0400000000000000" charset="-128"/>
                <a:cs typeface="Yu Gothic" panose="020B0400000000000000" charset="-128"/>
              </a:defRPr>
            </a:pPr>
            <a:r>
              <a:rPr sz="2025" b="1">
                <a:solidFill>
                  <a:srgbClr val="111111"/>
                </a:solidFill>
                <a:latin typeface="Yu Gothic" panose="020B0400000000000000" charset="-128"/>
                <a:ea typeface="Yu Gothic" panose="020B0400000000000000" charset="-128"/>
                <a:cs typeface="Yu Gothic" panose="020B0400000000000000" charset="-128"/>
              </a:rPr>
              <a:t>しかし、日本語の読み方や実用場面は別の課題。</a:t>
            </a:r>
            <a:endParaRPr sz="2025" b="1">
              <a:solidFill>
                <a:srgbClr val="111111"/>
              </a:solidFill>
              <a:latin typeface="Yu Gothic" panose="020B0400000000000000" charset="-128"/>
              <a:ea typeface="Yu Gothic" panose="020B0400000000000000" charset="-128"/>
              <a:cs typeface="Yu Gothic" panose="020B0400000000000000" charset="-128"/>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 name="矩形 6"/>
          <p:cNvSpPr>
            <a:spLocks noGrp="1"/>
          </p:cNvSpPr>
          <p:nvPr/>
        </p:nvSpPr>
        <p:spPr>
          <a:xfrm>
            <a:off x="685800" y="990600"/>
            <a:ext cx="9525000" cy="723900"/>
          </a:xfrm>
          <a:prstGeom prst="rect">
            <a:avLst/>
          </a:prstGeom>
          <a:noFill/>
          <a:ln w="0">
            <a:noFill/>
            <a:prstDash val="solid"/>
          </a:ln>
        </p:spPr>
        <p:txBody>
          <a:bodyPr wrap="square" lIns="0" tIns="0" rIns="0" bIns="0" anchor="t">
            <a:normAutofit/>
          </a:bodyPr>
          <a:lstStyle/>
          <a:p>
            <a:pPr algn="l">
              <a:defRPr sz="3900" b="1">
                <a:solidFill>
                  <a:srgbClr val="111111"/>
                </a:solidFill>
                <a:latin typeface="Yu Gothic" panose="020B0400000000000000" charset="-128"/>
                <a:ea typeface="Yu Gothic" panose="020B0400000000000000" charset="-128"/>
                <a:cs typeface="Yu Gothic" panose="020B0400000000000000" charset="-128"/>
              </a:defRPr>
            </a:pPr>
            <a:r>
              <a:rPr sz="3900" b="1">
                <a:solidFill>
                  <a:srgbClr val="111111"/>
                </a:solidFill>
                <a:latin typeface="Yu Gothic" panose="020B0400000000000000" charset="-128"/>
                <a:ea typeface="Yu Gothic" panose="020B0400000000000000" charset="-128"/>
                <a:cs typeface="Yu Gothic" panose="020B0400000000000000" charset="-128"/>
              </a:rPr>
              <a:t>AIは能力を拡張する。</a:t>
            </a:r>
            <a:endParaRPr sz="3900" b="1">
              <a:solidFill>
                <a:srgbClr val="111111"/>
              </a:solidFill>
              <a:latin typeface="Yu Gothic" panose="020B0400000000000000" charset="-128"/>
              <a:ea typeface="Yu Gothic" panose="020B0400000000000000" charset="-128"/>
              <a:cs typeface="Yu Gothic" panose="020B0400000000000000" charset="-128"/>
            </a:endParaRPr>
          </a:p>
        </p:txBody>
      </p:sp>
      <p:sp>
        <p:nvSpPr>
          <p:cNvPr id="2" name="矩形 1"/>
          <p:cNvSpPr>
            <a:spLocks noGrp="1"/>
          </p:cNvSpPr>
          <p:nvPr/>
        </p:nvSpPr>
        <p:spPr>
          <a:xfrm>
            <a:off x="685800" y="2000250"/>
            <a:ext cx="8572500" cy="1333500"/>
          </a:xfrm>
          <a:prstGeom prst="rect">
            <a:avLst/>
          </a:prstGeom>
          <a:noFill/>
          <a:ln w="0">
            <a:noFill/>
            <a:prstDash val="solid"/>
          </a:ln>
        </p:spPr>
        <p:txBody>
          <a:bodyPr wrap="square" lIns="0" tIns="0" rIns="0" bIns="0" anchor="t">
            <a:normAutofit/>
          </a:bodyPr>
          <a:lstStyle/>
          <a:p>
            <a:pPr algn="l">
              <a:defRPr sz="3900" b="1">
                <a:solidFill>
                  <a:srgbClr val="3D8DFF"/>
                </a:solidFill>
                <a:latin typeface="Yu Gothic" panose="020B0400000000000000" charset="-128"/>
                <a:ea typeface="Yu Gothic" panose="020B0400000000000000" charset="-128"/>
                <a:cs typeface="Yu Gothic" panose="020B0400000000000000" charset="-128"/>
              </a:defRPr>
            </a:pPr>
            <a:r>
              <a:rPr sz="3900" b="1">
                <a:solidFill>
                  <a:srgbClr val="3D8DFF"/>
                </a:solidFill>
                <a:latin typeface="Yu Gothic" panose="020B0400000000000000" charset="-128"/>
                <a:ea typeface="Yu Gothic" panose="020B0400000000000000" charset="-128"/>
                <a:cs typeface="Yu Gothic" panose="020B0400000000000000" charset="-128"/>
              </a:rPr>
              <a:t>だからこそ、</a:t>
            </a:r>
            <a:endParaRPr sz="3900" b="1">
              <a:solidFill>
                <a:srgbClr val="3D8DFF"/>
              </a:solidFill>
              <a:latin typeface="Yu Gothic" panose="020B0400000000000000" charset="-128"/>
              <a:ea typeface="Yu Gothic" panose="020B0400000000000000" charset="-128"/>
              <a:cs typeface="Yu Gothic" panose="020B0400000000000000" charset="-128"/>
            </a:endParaRPr>
          </a:p>
          <a:p>
            <a:pPr algn="l">
              <a:defRPr sz="3900" b="1">
                <a:solidFill>
                  <a:srgbClr val="3D8DFF"/>
                </a:solidFill>
                <a:latin typeface="Yu Gothic" panose="020B0400000000000000" charset="-128"/>
                <a:ea typeface="Yu Gothic" panose="020B0400000000000000" charset="-128"/>
                <a:cs typeface="Yu Gothic" panose="020B0400000000000000" charset="-128"/>
              </a:defRPr>
            </a:pPr>
            <a:r>
              <a:rPr sz="3900" b="1">
                <a:solidFill>
                  <a:srgbClr val="3D8DFF"/>
                </a:solidFill>
                <a:latin typeface="Yu Gothic" panose="020B0400000000000000" charset="-128"/>
                <a:ea typeface="Yu Gothic" panose="020B0400000000000000" charset="-128"/>
                <a:cs typeface="Yu Gothic" panose="020B0400000000000000" charset="-128"/>
              </a:rPr>
              <a:t>何を拡張するかが大切。</a:t>
            </a:r>
            <a:endParaRPr sz="3900" b="1">
              <a:solidFill>
                <a:srgbClr val="3D8DFF"/>
              </a:solidFill>
              <a:latin typeface="Yu Gothic" panose="020B0400000000000000" charset="-128"/>
              <a:ea typeface="Yu Gothic" panose="020B0400000000000000" charset="-128"/>
              <a:cs typeface="Yu Gothic" panose="020B0400000000000000" charset="-128"/>
            </a:endParaRPr>
          </a:p>
        </p:txBody>
      </p:sp>
      <p:cxnSp>
        <p:nvCxnSpPr>
          <p:cNvPr id="9" name="直線單箭頭接點 8"/>
          <p:cNvCxnSpPr/>
          <p:nvPr/>
        </p:nvCxnSpPr>
        <p:spPr>
          <a:xfrm>
            <a:off x="685800" y="3829050"/>
            <a:ext cx="2476500" cy="0"/>
          </a:xfrm>
          <a:prstGeom prst="straightConnector1">
            <a:avLst/>
          </a:prstGeom>
          <a:ln w="38100">
            <a:solidFill>
              <a:srgbClr val="111111"/>
            </a:solidFill>
            <a:prstDash val="solid"/>
          </a:ln>
        </p:spPr>
      </p:cxnSp>
      <p:sp>
        <p:nvSpPr>
          <p:cNvPr id="4" name="矩形 3"/>
          <p:cNvSpPr>
            <a:spLocks noGrp="1"/>
          </p:cNvSpPr>
          <p:nvPr/>
        </p:nvSpPr>
        <p:spPr>
          <a:xfrm>
            <a:off x="685800" y="4267200"/>
            <a:ext cx="10287000" cy="1047750"/>
          </a:xfrm>
          <a:prstGeom prst="rect">
            <a:avLst/>
          </a:prstGeom>
          <a:noFill/>
          <a:ln w="0">
            <a:noFill/>
            <a:prstDash val="solid"/>
          </a:ln>
        </p:spPr>
        <p:txBody>
          <a:bodyPr wrap="square" lIns="0" tIns="0" rIns="0" bIns="0" anchor="t">
            <a:normAutofit/>
          </a:bodyPr>
          <a:lstStyle/>
          <a:p>
            <a:pPr algn="l">
              <a:defRPr sz="2550" b="1">
                <a:solidFill>
                  <a:srgbClr val="111111"/>
                </a:solidFill>
                <a:latin typeface="Yu Gothic" panose="020B0400000000000000" charset="-128"/>
                <a:ea typeface="Yu Gothic" panose="020B0400000000000000" charset="-128"/>
                <a:cs typeface="Yu Gothic" panose="020B0400000000000000" charset="-128"/>
              </a:defRPr>
            </a:pPr>
            <a:r>
              <a:rPr sz="2550" b="1">
                <a:solidFill>
                  <a:srgbClr val="111111"/>
                </a:solidFill>
                <a:latin typeface="Yu Gothic" panose="020B0400000000000000" charset="-128"/>
                <a:ea typeface="Yu Gothic" panose="020B0400000000000000" charset="-128"/>
                <a:cs typeface="Yu Gothic" panose="020B0400000000000000" charset="-128"/>
              </a:rPr>
              <a:t>AIは、学生がなぜ日本語を学ぶのか知らない。</a:t>
            </a:r>
            <a:endParaRPr sz="2550" b="1">
              <a:solidFill>
                <a:srgbClr val="111111"/>
              </a:solidFill>
              <a:latin typeface="Yu Gothic" panose="020B0400000000000000" charset="-128"/>
              <a:ea typeface="Yu Gothic" panose="020B0400000000000000" charset="-128"/>
              <a:cs typeface="Yu Gothic" panose="020B0400000000000000" charset="-128"/>
            </a:endParaRPr>
          </a:p>
          <a:p>
            <a:pPr algn="l">
              <a:defRPr sz="2550" b="1">
                <a:solidFill>
                  <a:srgbClr val="111111"/>
                </a:solidFill>
                <a:latin typeface="Yu Gothic" panose="020B0400000000000000" charset="-128"/>
                <a:ea typeface="Yu Gothic" panose="020B0400000000000000" charset="-128"/>
                <a:cs typeface="Yu Gothic" panose="020B0400000000000000" charset="-128"/>
              </a:defRPr>
            </a:pPr>
            <a:r>
              <a:rPr sz="2550" b="1">
                <a:solidFill>
                  <a:srgbClr val="111111"/>
                </a:solidFill>
                <a:latin typeface="Yu Gothic" panose="020B0400000000000000" charset="-128"/>
                <a:ea typeface="Yu Gothic" panose="020B0400000000000000" charset="-128"/>
                <a:cs typeface="Yu Gothic" panose="020B0400000000000000" charset="-128"/>
              </a:rPr>
              <a:t>でも先生は知っている。</a:t>
            </a:r>
            <a:endParaRPr sz="2550" b="1">
              <a:solidFill>
                <a:srgbClr val="111111"/>
              </a:solidFill>
              <a:latin typeface="Yu Gothic" panose="020B0400000000000000" charset="-128"/>
              <a:ea typeface="Yu Gothic" panose="020B0400000000000000" charset="-128"/>
              <a:cs typeface="Yu Gothic" panose="020B0400000000000000" charset="-128"/>
            </a:endParaRPr>
          </a:p>
        </p:txBody>
      </p:sp>
      <p:sp>
        <p:nvSpPr>
          <p:cNvPr id="5" name="矩形 4"/>
          <p:cNvSpPr>
            <a:spLocks noGrp="1"/>
          </p:cNvSpPr>
          <p:nvPr/>
        </p:nvSpPr>
        <p:spPr>
          <a:xfrm>
            <a:off x="685800" y="5829300"/>
            <a:ext cx="10287000" cy="400050"/>
          </a:xfrm>
          <a:prstGeom prst="rect">
            <a:avLst/>
          </a:prstGeom>
          <a:noFill/>
          <a:ln w="0">
            <a:noFill/>
            <a:prstDash val="solid"/>
          </a:ln>
        </p:spPr>
        <p:txBody>
          <a:bodyPr wrap="square" lIns="0" tIns="0" rIns="0" bIns="0" anchor="t">
            <a:normAutofit/>
          </a:bodyPr>
          <a:lstStyle/>
          <a:p>
            <a:pPr algn="l">
              <a:defRPr sz="1800" b="0">
                <a:solidFill>
                  <a:srgbClr val="5D6470"/>
                </a:solidFill>
                <a:latin typeface="Yu Gothic" panose="020B0400000000000000" charset="-128"/>
                <a:ea typeface="Yu Gothic" panose="020B0400000000000000" charset="-128"/>
                <a:cs typeface="Yu Gothic" panose="020B0400000000000000" charset="-128"/>
              </a:defRPr>
            </a:pPr>
            <a:r>
              <a:rPr sz="1800" b="0">
                <a:solidFill>
                  <a:srgbClr val="5D6470"/>
                </a:solidFill>
                <a:latin typeface="Yu Gothic" panose="020B0400000000000000" charset="-128"/>
                <a:ea typeface="Yu Gothic" panose="020B0400000000000000" charset="-128"/>
                <a:cs typeface="Yu Gothic" panose="020B0400000000000000" charset="-128"/>
              </a:rPr>
              <a:t>教育の洞察で、AIという優秀なインターンを導く。</a:t>
            </a:r>
            <a:endParaRPr sz="1800" b="0">
              <a:solidFill>
                <a:srgbClr val="5D6470"/>
              </a:solidFill>
              <a:latin typeface="Yu Gothic" panose="020B0400000000000000" charset="-128"/>
              <a:ea typeface="Yu Gothic" panose="020B0400000000000000" charset="-128"/>
              <a:cs typeface="Yu Gothic" panose="020B0400000000000000" charset="-128"/>
            </a:endParaRPr>
          </a:p>
        </p:txBody>
      </p:sp>
      <p:sp>
        <p:nvSpPr>
          <p:cNvPr id="6" name="矩形 5"/>
          <p:cNvSpPr>
            <a:spLocks noGrp="1"/>
          </p:cNvSpPr>
          <p:nvPr/>
        </p:nvSpPr>
        <p:spPr>
          <a:xfrm>
            <a:off x="11144250" y="6419850"/>
            <a:ext cx="514350" cy="190500"/>
          </a:xfrm>
          <a:prstGeom prst="rect">
            <a:avLst/>
          </a:prstGeom>
          <a:noFill/>
          <a:ln w="0">
            <a:noFill/>
            <a:prstDash val="solid"/>
          </a:ln>
        </p:spPr>
        <p:txBody>
          <a:bodyPr wrap="square" lIns="0" tIns="0" rIns="0" bIns="0" anchor="t">
            <a:normAutofit/>
          </a:bodyPr>
          <a:lstStyle/>
          <a:p>
            <a:pPr algn="r">
              <a:defRPr sz="1050" b="0">
                <a:solidFill>
                  <a:srgbClr val="5D6470"/>
                </a:solidFill>
                <a:latin typeface="Yu Gothic" panose="020B0400000000000000" charset="-128"/>
                <a:ea typeface="Yu Gothic" panose="020B0400000000000000" charset="-128"/>
                <a:cs typeface="Yu Gothic" panose="020B0400000000000000" charset="-128"/>
              </a:defRPr>
            </a:pPr>
            <a:r>
              <a:rPr sz="1050" b="0">
                <a:solidFill>
                  <a:srgbClr val="5D6470"/>
                </a:solidFill>
                <a:latin typeface="Yu Gothic" panose="020B0400000000000000" charset="-128"/>
                <a:ea typeface="Yu Gothic" panose="020B0400000000000000" charset="-128"/>
                <a:cs typeface="Yu Gothic" panose="020B0400000000000000" charset="-128"/>
              </a:rPr>
              <a:t>15</a:t>
            </a:r>
            <a:endParaRPr sz="1050" b="0">
              <a:solidFill>
                <a:srgbClr val="5D6470"/>
              </a:solidFill>
              <a:latin typeface="Yu Gothic" panose="020B0400000000000000" charset="-128"/>
              <a:ea typeface="Yu Gothic" panose="020B0400000000000000" charset="-128"/>
              <a:cs typeface="Yu Gothic" panose="020B0400000000000000" charset="-128"/>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矩形 12"/>
          <p:cNvSpPr>
            <a:spLocks noGrp="1"/>
          </p:cNvSpPr>
          <p:nvPr/>
        </p:nvSpPr>
        <p:spPr>
          <a:xfrm>
            <a:off x="533400" y="285750"/>
            <a:ext cx="34290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Yu Gothic" panose="020B0400000000000000" charset="-128"/>
                <a:ea typeface="Yu Gothic" panose="020B0400000000000000" charset="-128"/>
                <a:cs typeface="Yu Gothic" panose="020B0400000000000000" charset="-128"/>
              </a:defRPr>
            </a:pPr>
            <a:r>
              <a:rPr sz="1200" b="1">
                <a:solidFill>
                  <a:srgbClr val="3D8DFF"/>
                </a:solidFill>
                <a:latin typeface="Yu Gothic" panose="020B0400000000000000" charset="-128"/>
                <a:ea typeface="Yu Gothic" panose="020B0400000000000000" charset="-128"/>
                <a:cs typeface="Yu Gothic" panose="020B0400000000000000" charset="-128"/>
              </a:rPr>
              <a:t>付録｜今回は詳しく扱わない</a:t>
            </a:r>
            <a:endParaRPr sz="1200" b="1">
              <a:solidFill>
                <a:srgbClr val="3D8DFF"/>
              </a:solidFill>
              <a:latin typeface="Yu Gothic" panose="020B0400000000000000" charset="-128"/>
              <a:ea typeface="Yu Gothic" panose="020B0400000000000000" charset="-128"/>
              <a:cs typeface="Yu Gothic" panose="020B0400000000000000" charset="-128"/>
            </a:endParaRPr>
          </a:p>
        </p:txBody>
      </p:sp>
      <p:sp>
        <p:nvSpPr>
          <p:cNvPr id="2" name="矩形 1"/>
          <p:cNvSpPr>
            <a:spLocks noGrp="1"/>
          </p:cNvSpPr>
          <p:nvPr/>
        </p:nvSpPr>
        <p:spPr>
          <a:xfrm>
            <a:off x="533400" y="628650"/>
            <a:ext cx="11125200" cy="609600"/>
          </a:xfrm>
          <a:prstGeom prst="rect">
            <a:avLst/>
          </a:prstGeom>
          <a:noFill/>
          <a:ln w="0">
            <a:noFill/>
            <a:prstDash val="solid"/>
          </a:ln>
        </p:spPr>
        <p:txBody>
          <a:bodyPr wrap="square" lIns="0" tIns="0" rIns="0" bIns="0" anchor="t">
            <a:normAutofit/>
          </a:bodyPr>
          <a:lstStyle/>
          <a:p>
            <a:pPr algn="l">
              <a:defRPr sz="3450" b="1">
                <a:solidFill>
                  <a:srgbClr val="111111"/>
                </a:solidFill>
                <a:latin typeface="Yu Gothic" panose="020B0400000000000000" charset="-128"/>
                <a:ea typeface="Yu Gothic" panose="020B0400000000000000" charset="-128"/>
                <a:cs typeface="Yu Gothic" panose="020B0400000000000000" charset="-128"/>
              </a:defRPr>
            </a:pPr>
            <a:r>
              <a:rPr sz="3450" b="1">
                <a:solidFill>
                  <a:srgbClr val="111111"/>
                </a:solidFill>
                <a:latin typeface="Yu Gothic" panose="020B0400000000000000" charset="-128"/>
                <a:ea typeface="Yu Gothic" panose="020B0400000000000000" charset="-128"/>
                <a:cs typeface="Yu Gothic" panose="020B0400000000000000" charset="-128"/>
              </a:rPr>
              <a:t>MCPとAIワークフロー</a:t>
            </a:r>
            <a:endParaRPr sz="3450" b="1">
              <a:solidFill>
                <a:srgbClr val="111111"/>
              </a:solidFill>
              <a:latin typeface="Yu Gothic" panose="020B0400000000000000" charset="-128"/>
              <a:ea typeface="Yu Gothic" panose="020B0400000000000000" charset="-128"/>
              <a:cs typeface="Yu Gothic" panose="020B0400000000000000" charset="-128"/>
            </a:endParaRPr>
          </a:p>
        </p:txBody>
      </p:sp>
      <p:cxnSp>
        <p:nvCxnSpPr>
          <p:cNvPr id="15" name="直線單箭頭接點 14"/>
          <p:cNvCxnSpPr/>
          <p:nvPr/>
        </p:nvCxnSpPr>
        <p:spPr>
          <a:xfrm>
            <a:off x="533400" y="1371600"/>
            <a:ext cx="11125200" cy="0"/>
          </a:xfrm>
          <a:prstGeom prst="straightConnector1">
            <a:avLst/>
          </a:prstGeom>
          <a:ln w="9525">
            <a:solidFill>
              <a:srgbClr val="C6CBD2"/>
            </a:solidFill>
            <a:prstDash val="solid"/>
          </a:ln>
        </p:spPr>
      </p:cxnSp>
      <p:sp>
        <p:nvSpPr>
          <p:cNvPr id="4" name="矩形 3"/>
          <p:cNvSpPr>
            <a:spLocks noGrp="1"/>
          </p:cNvSpPr>
          <p:nvPr/>
        </p:nvSpPr>
        <p:spPr>
          <a:xfrm>
            <a:off x="11144250" y="6419850"/>
            <a:ext cx="514350" cy="190500"/>
          </a:xfrm>
          <a:prstGeom prst="rect">
            <a:avLst/>
          </a:prstGeom>
          <a:noFill/>
          <a:ln w="0">
            <a:noFill/>
            <a:prstDash val="solid"/>
          </a:ln>
        </p:spPr>
        <p:txBody>
          <a:bodyPr wrap="square" lIns="0" tIns="0" rIns="0" bIns="0" anchor="t">
            <a:normAutofit/>
          </a:bodyPr>
          <a:lstStyle/>
          <a:p>
            <a:pPr algn="r">
              <a:defRPr sz="1050" b="0">
                <a:solidFill>
                  <a:srgbClr val="5D6470"/>
                </a:solidFill>
                <a:latin typeface="Yu Gothic" panose="020B0400000000000000" charset="-128"/>
                <a:ea typeface="Yu Gothic" panose="020B0400000000000000" charset="-128"/>
                <a:cs typeface="Yu Gothic" panose="020B0400000000000000" charset="-128"/>
              </a:defRPr>
            </a:pPr>
            <a:r>
              <a:rPr sz="1050" b="0">
                <a:solidFill>
                  <a:srgbClr val="5D6470"/>
                </a:solidFill>
                <a:latin typeface="Yu Gothic" panose="020B0400000000000000" charset="-128"/>
                <a:ea typeface="Yu Gothic" panose="020B0400000000000000" charset="-128"/>
                <a:cs typeface="Yu Gothic" panose="020B0400000000000000" charset="-128"/>
              </a:rPr>
              <a:t>16</a:t>
            </a:r>
            <a:endParaRPr sz="1050" b="0">
              <a:solidFill>
                <a:srgbClr val="5D6470"/>
              </a:solidFill>
              <a:latin typeface="Yu Gothic" panose="020B0400000000000000" charset="-128"/>
              <a:ea typeface="Yu Gothic" panose="020B0400000000000000" charset="-128"/>
              <a:cs typeface="Yu Gothic" panose="020B0400000000000000" charset="-128"/>
            </a:endParaRPr>
          </a:p>
        </p:txBody>
      </p:sp>
      <p:sp>
        <p:nvSpPr>
          <p:cNvPr id="5" name="矩形 4"/>
          <p:cNvSpPr>
            <a:spLocks noGrp="1"/>
          </p:cNvSpPr>
          <p:nvPr/>
        </p:nvSpPr>
        <p:spPr>
          <a:xfrm>
            <a:off x="685800" y="2076450"/>
            <a:ext cx="3143250" cy="533400"/>
          </a:xfrm>
          <a:prstGeom prst="rect">
            <a:avLst/>
          </a:prstGeom>
          <a:noFill/>
          <a:ln w="0">
            <a:noFill/>
            <a:prstDash val="solid"/>
          </a:ln>
        </p:spPr>
        <p:txBody>
          <a:bodyPr wrap="square" lIns="0" tIns="0" rIns="0" bIns="0" anchor="t">
            <a:normAutofit/>
          </a:bodyPr>
          <a:lstStyle/>
          <a:p>
            <a:pPr algn="l">
              <a:defRPr sz="2550" b="1">
                <a:solidFill>
                  <a:srgbClr val="3D8DFF"/>
                </a:solidFill>
                <a:latin typeface="Yu Gothic" panose="020B0400000000000000" charset="-128"/>
                <a:ea typeface="Yu Gothic" panose="020B0400000000000000" charset="-128"/>
                <a:cs typeface="Yu Gothic" panose="020B0400000000000000" charset="-128"/>
              </a:defRPr>
            </a:pPr>
            <a:r>
              <a:rPr sz="2550" b="1">
                <a:solidFill>
                  <a:srgbClr val="3D8DFF"/>
                </a:solidFill>
                <a:latin typeface="Yu Gothic" panose="020B0400000000000000" charset="-128"/>
                <a:ea typeface="Yu Gothic" panose="020B0400000000000000" charset="-128"/>
                <a:cs typeface="Yu Gothic" panose="020B0400000000000000" charset="-128"/>
              </a:rPr>
              <a:t>Notion</a:t>
            </a:r>
            <a:endParaRPr sz="2550" b="1">
              <a:solidFill>
                <a:srgbClr val="3D8DFF"/>
              </a:solidFill>
              <a:latin typeface="Yu Gothic" panose="020B0400000000000000" charset="-128"/>
              <a:ea typeface="Yu Gothic" panose="020B0400000000000000" charset="-128"/>
              <a:cs typeface="Yu Gothic" panose="020B0400000000000000" charset="-128"/>
            </a:endParaRPr>
          </a:p>
        </p:txBody>
      </p:sp>
      <p:sp>
        <p:nvSpPr>
          <p:cNvPr id="6" name="矩形 5"/>
          <p:cNvSpPr>
            <a:spLocks noGrp="1"/>
          </p:cNvSpPr>
          <p:nvPr/>
        </p:nvSpPr>
        <p:spPr>
          <a:xfrm>
            <a:off x="685800" y="2857500"/>
            <a:ext cx="3143250" cy="952500"/>
          </a:xfrm>
          <a:prstGeom prst="rect">
            <a:avLst/>
          </a:prstGeom>
          <a:noFill/>
          <a:ln w="0">
            <a:noFill/>
            <a:prstDash val="solid"/>
          </a:ln>
        </p:spPr>
        <p:txBody>
          <a:bodyPr wrap="square" lIns="0" tIns="0" rIns="0" bIns="0" anchor="t">
            <a:normAutofit/>
          </a:bodyPr>
          <a:lstStyle/>
          <a:p>
            <a:pPr algn="l">
              <a:defRPr sz="1875" b="0">
                <a:solidFill>
                  <a:srgbClr val="5D6470"/>
                </a:solidFill>
                <a:latin typeface="Yu Gothic" panose="020B0400000000000000" charset="-128"/>
                <a:ea typeface="Yu Gothic" panose="020B0400000000000000" charset="-128"/>
                <a:cs typeface="Yu Gothic" panose="020B0400000000000000" charset="-128"/>
              </a:defRPr>
            </a:pPr>
            <a:r>
              <a:rPr sz="1875" b="0">
                <a:solidFill>
                  <a:srgbClr val="5D6470"/>
                </a:solidFill>
                <a:latin typeface="Yu Gothic" panose="020B0400000000000000" charset="-128"/>
                <a:ea typeface="Yu Gothic" panose="020B0400000000000000" charset="-128"/>
                <a:cs typeface="Yu Gothic" panose="020B0400000000000000" charset="-128"/>
              </a:rPr>
              <a:t>プロジェクト整理</a:t>
            </a:r>
            <a:endParaRPr sz="1875" b="0">
              <a:solidFill>
                <a:srgbClr val="5D6470"/>
              </a:solidFill>
              <a:latin typeface="Yu Gothic" panose="020B0400000000000000" charset="-128"/>
              <a:ea typeface="Yu Gothic" panose="020B0400000000000000" charset="-128"/>
              <a:cs typeface="Yu Gothic" panose="020B0400000000000000" charset="-128"/>
            </a:endParaRPr>
          </a:p>
          <a:p>
            <a:pPr algn="l">
              <a:defRPr sz="1875" b="0">
                <a:solidFill>
                  <a:srgbClr val="5D6470"/>
                </a:solidFill>
                <a:latin typeface="Yu Gothic" panose="020B0400000000000000" charset="-128"/>
                <a:ea typeface="Yu Gothic" panose="020B0400000000000000" charset="-128"/>
                <a:cs typeface="Yu Gothic" panose="020B0400000000000000" charset="-128"/>
              </a:defRPr>
            </a:pPr>
            <a:r>
              <a:rPr sz="1875" b="0">
                <a:solidFill>
                  <a:srgbClr val="5D6470"/>
                </a:solidFill>
                <a:latin typeface="Yu Gothic" panose="020B0400000000000000" charset="-128"/>
                <a:ea typeface="Yu Gothic" panose="020B0400000000000000" charset="-128"/>
                <a:cs typeface="Yu Gothic" panose="020B0400000000000000" charset="-128"/>
              </a:rPr>
              <a:t>タスクボード作成</a:t>
            </a:r>
            <a:endParaRPr sz="1875" b="0">
              <a:solidFill>
                <a:srgbClr val="5D6470"/>
              </a:solidFill>
              <a:latin typeface="Yu Gothic" panose="020B0400000000000000" charset="-128"/>
              <a:ea typeface="Yu Gothic" panose="020B0400000000000000" charset="-128"/>
              <a:cs typeface="Yu Gothic" panose="020B0400000000000000" charset="-128"/>
            </a:endParaRPr>
          </a:p>
        </p:txBody>
      </p:sp>
      <p:sp>
        <p:nvSpPr>
          <p:cNvPr id="7" name="矩形 6"/>
          <p:cNvSpPr>
            <a:spLocks noGrp="1"/>
          </p:cNvSpPr>
          <p:nvPr/>
        </p:nvSpPr>
        <p:spPr>
          <a:xfrm>
            <a:off x="4343400" y="2076450"/>
            <a:ext cx="2857500" cy="533400"/>
          </a:xfrm>
          <a:prstGeom prst="rect">
            <a:avLst/>
          </a:prstGeom>
          <a:noFill/>
          <a:ln w="0">
            <a:noFill/>
            <a:prstDash val="solid"/>
          </a:ln>
        </p:spPr>
        <p:txBody>
          <a:bodyPr wrap="square" lIns="0" tIns="0" rIns="0" bIns="0" anchor="t">
            <a:normAutofit/>
          </a:bodyPr>
          <a:lstStyle/>
          <a:p>
            <a:pPr algn="l">
              <a:defRPr sz="2400" b="1">
                <a:solidFill>
                  <a:srgbClr val="111111"/>
                </a:solidFill>
                <a:latin typeface="Yu Gothic" panose="020B0400000000000000" charset="-128"/>
                <a:ea typeface="Yu Gothic" panose="020B0400000000000000" charset="-128"/>
                <a:cs typeface="Yu Gothic" panose="020B0400000000000000" charset="-128"/>
              </a:defRPr>
            </a:pPr>
            <a:r>
              <a:rPr sz="2400" b="1">
                <a:solidFill>
                  <a:srgbClr val="111111"/>
                </a:solidFill>
                <a:latin typeface="Yu Gothic" panose="020B0400000000000000" charset="-128"/>
                <a:ea typeface="Yu Gothic" panose="020B0400000000000000" charset="-128"/>
                <a:cs typeface="Yu Gothic" panose="020B0400000000000000" charset="-128"/>
              </a:rPr>
              <a:t>Figma／3D</a:t>
            </a:r>
            <a:endParaRPr sz="2400" b="1">
              <a:solidFill>
                <a:srgbClr val="111111"/>
              </a:solidFill>
              <a:latin typeface="Yu Gothic" panose="020B0400000000000000" charset="-128"/>
              <a:ea typeface="Yu Gothic" panose="020B0400000000000000" charset="-128"/>
              <a:cs typeface="Yu Gothic" panose="020B0400000000000000" charset="-128"/>
            </a:endParaRPr>
          </a:p>
        </p:txBody>
      </p:sp>
      <p:sp>
        <p:nvSpPr>
          <p:cNvPr id="8" name="矩形 7"/>
          <p:cNvSpPr>
            <a:spLocks noGrp="1"/>
          </p:cNvSpPr>
          <p:nvPr/>
        </p:nvSpPr>
        <p:spPr>
          <a:xfrm>
            <a:off x="4343400" y="2857500"/>
            <a:ext cx="2857500" cy="952500"/>
          </a:xfrm>
          <a:prstGeom prst="rect">
            <a:avLst/>
          </a:prstGeom>
          <a:noFill/>
          <a:ln w="0">
            <a:noFill/>
            <a:prstDash val="solid"/>
          </a:ln>
        </p:spPr>
        <p:txBody>
          <a:bodyPr wrap="square" lIns="0" tIns="0" rIns="0" bIns="0" anchor="t">
            <a:normAutofit/>
          </a:bodyPr>
          <a:lstStyle/>
          <a:p>
            <a:pPr algn="l">
              <a:defRPr sz="1875" b="0">
                <a:solidFill>
                  <a:srgbClr val="5D6470"/>
                </a:solidFill>
                <a:latin typeface="Yu Gothic" panose="020B0400000000000000" charset="-128"/>
                <a:ea typeface="Yu Gothic" panose="020B0400000000000000" charset="-128"/>
                <a:cs typeface="Yu Gothic" panose="020B0400000000000000" charset="-128"/>
              </a:defRPr>
            </a:pPr>
            <a:r>
              <a:rPr sz="1875" b="0">
                <a:solidFill>
                  <a:srgbClr val="5D6470"/>
                </a:solidFill>
                <a:latin typeface="Yu Gothic" panose="020B0400000000000000" charset="-128"/>
                <a:ea typeface="Yu Gothic" panose="020B0400000000000000" charset="-128"/>
                <a:cs typeface="Yu Gothic" panose="020B0400000000000000" charset="-128"/>
              </a:rPr>
              <a:t>デザインを読む</a:t>
            </a:r>
            <a:endParaRPr sz="1875" b="0">
              <a:solidFill>
                <a:srgbClr val="5D6470"/>
              </a:solidFill>
              <a:latin typeface="Yu Gothic" panose="020B0400000000000000" charset="-128"/>
              <a:ea typeface="Yu Gothic" panose="020B0400000000000000" charset="-128"/>
              <a:cs typeface="Yu Gothic" panose="020B0400000000000000" charset="-128"/>
            </a:endParaRPr>
          </a:p>
          <a:p>
            <a:pPr algn="l">
              <a:defRPr sz="1875" b="0">
                <a:solidFill>
                  <a:srgbClr val="5D6470"/>
                </a:solidFill>
                <a:latin typeface="Yu Gothic" panose="020B0400000000000000" charset="-128"/>
                <a:ea typeface="Yu Gothic" panose="020B0400000000000000" charset="-128"/>
                <a:cs typeface="Yu Gothic" panose="020B0400000000000000" charset="-128"/>
              </a:defRPr>
            </a:pPr>
            <a:r>
              <a:rPr sz="1875" b="0">
                <a:solidFill>
                  <a:srgbClr val="5D6470"/>
                </a:solidFill>
                <a:latin typeface="Yu Gothic" panose="020B0400000000000000" charset="-128"/>
                <a:ea typeface="Yu Gothic" panose="020B0400000000000000" charset="-128"/>
                <a:cs typeface="Yu Gothic" panose="020B0400000000000000" charset="-128"/>
              </a:rPr>
              <a:t>シーンを作る・直す</a:t>
            </a:r>
            <a:endParaRPr sz="1875" b="0">
              <a:solidFill>
                <a:srgbClr val="5D6470"/>
              </a:solidFill>
              <a:latin typeface="Yu Gothic" panose="020B0400000000000000" charset="-128"/>
              <a:ea typeface="Yu Gothic" panose="020B0400000000000000" charset="-128"/>
              <a:cs typeface="Yu Gothic" panose="020B0400000000000000" charset="-128"/>
            </a:endParaRPr>
          </a:p>
        </p:txBody>
      </p:sp>
      <p:sp>
        <p:nvSpPr>
          <p:cNvPr id="9" name="矩形 8"/>
          <p:cNvSpPr>
            <a:spLocks noGrp="1"/>
          </p:cNvSpPr>
          <p:nvPr/>
        </p:nvSpPr>
        <p:spPr>
          <a:xfrm>
            <a:off x="8191500" y="2076450"/>
            <a:ext cx="2857500" cy="533400"/>
          </a:xfrm>
          <a:prstGeom prst="rect">
            <a:avLst/>
          </a:prstGeom>
          <a:noFill/>
          <a:ln w="0">
            <a:noFill/>
            <a:prstDash val="solid"/>
          </a:ln>
        </p:spPr>
        <p:txBody>
          <a:bodyPr wrap="square" lIns="0" tIns="0" rIns="0" bIns="0" anchor="t">
            <a:normAutofit/>
          </a:bodyPr>
          <a:lstStyle/>
          <a:p>
            <a:pPr algn="l">
              <a:defRPr sz="2400" b="1">
                <a:solidFill>
                  <a:srgbClr val="111111"/>
                </a:solidFill>
                <a:latin typeface="Yu Gothic" panose="020B0400000000000000" charset="-128"/>
                <a:ea typeface="Yu Gothic" panose="020B0400000000000000" charset="-128"/>
                <a:cs typeface="Yu Gothic" panose="020B0400000000000000" charset="-128"/>
              </a:defRPr>
            </a:pPr>
            <a:r>
              <a:rPr sz="2400" b="1">
                <a:solidFill>
                  <a:srgbClr val="111111"/>
                </a:solidFill>
                <a:latin typeface="Yu Gothic" panose="020B0400000000000000" charset="-128"/>
                <a:ea typeface="Yu Gothic" panose="020B0400000000000000" charset="-128"/>
                <a:cs typeface="Yu Gothic" panose="020B0400000000000000" charset="-128"/>
              </a:rPr>
              <a:t>Browser</a:t>
            </a:r>
            <a:endParaRPr sz="2400" b="1">
              <a:solidFill>
                <a:srgbClr val="111111"/>
              </a:solidFill>
              <a:latin typeface="Yu Gothic" panose="020B0400000000000000" charset="-128"/>
              <a:ea typeface="Yu Gothic" panose="020B0400000000000000" charset="-128"/>
              <a:cs typeface="Yu Gothic" panose="020B0400000000000000" charset="-128"/>
            </a:endParaRPr>
          </a:p>
        </p:txBody>
      </p:sp>
      <p:sp>
        <p:nvSpPr>
          <p:cNvPr id="10" name="矩形 9"/>
          <p:cNvSpPr>
            <a:spLocks noGrp="1"/>
          </p:cNvSpPr>
          <p:nvPr/>
        </p:nvSpPr>
        <p:spPr>
          <a:xfrm>
            <a:off x="8191500" y="2857500"/>
            <a:ext cx="2857500" cy="952500"/>
          </a:xfrm>
          <a:prstGeom prst="rect">
            <a:avLst/>
          </a:prstGeom>
          <a:noFill/>
          <a:ln w="0">
            <a:noFill/>
            <a:prstDash val="solid"/>
          </a:ln>
        </p:spPr>
        <p:txBody>
          <a:bodyPr wrap="square" lIns="0" tIns="0" rIns="0" bIns="0" anchor="t">
            <a:normAutofit/>
          </a:bodyPr>
          <a:lstStyle/>
          <a:p>
            <a:pPr algn="l">
              <a:defRPr sz="1875" b="0">
                <a:solidFill>
                  <a:srgbClr val="5D6470"/>
                </a:solidFill>
                <a:latin typeface="Yu Gothic" panose="020B0400000000000000" charset="-128"/>
                <a:ea typeface="Yu Gothic" panose="020B0400000000000000" charset="-128"/>
                <a:cs typeface="Yu Gothic" panose="020B0400000000000000" charset="-128"/>
              </a:defRPr>
            </a:pPr>
            <a:r>
              <a:rPr sz="1875" b="0">
                <a:solidFill>
                  <a:srgbClr val="5D6470"/>
                </a:solidFill>
                <a:latin typeface="Yu Gothic" panose="020B0400000000000000" charset="-128"/>
                <a:ea typeface="Yu Gothic" panose="020B0400000000000000" charset="-128"/>
                <a:cs typeface="Yu Gothic" panose="020B0400000000000000" charset="-128"/>
              </a:rPr>
              <a:t>Webサイトを開く</a:t>
            </a:r>
            <a:endParaRPr sz="1875" b="0">
              <a:solidFill>
                <a:srgbClr val="5D6470"/>
              </a:solidFill>
              <a:latin typeface="Yu Gothic" panose="020B0400000000000000" charset="-128"/>
              <a:ea typeface="Yu Gothic" panose="020B0400000000000000" charset="-128"/>
              <a:cs typeface="Yu Gothic" panose="020B0400000000000000" charset="-128"/>
            </a:endParaRPr>
          </a:p>
          <a:p>
            <a:pPr algn="l">
              <a:defRPr sz="1875" b="0">
                <a:solidFill>
                  <a:srgbClr val="5D6470"/>
                </a:solidFill>
                <a:latin typeface="Yu Gothic" panose="020B0400000000000000" charset="-128"/>
                <a:ea typeface="Yu Gothic" panose="020B0400000000000000" charset="-128"/>
                <a:cs typeface="Yu Gothic" panose="020B0400000000000000" charset="-128"/>
              </a:defRPr>
            </a:pPr>
            <a:r>
              <a:rPr sz="1875" b="0">
                <a:solidFill>
                  <a:srgbClr val="5D6470"/>
                </a:solidFill>
                <a:latin typeface="Yu Gothic" panose="020B0400000000000000" charset="-128"/>
                <a:ea typeface="Yu Gothic" panose="020B0400000000000000" charset="-128"/>
                <a:cs typeface="Yu Gothic" panose="020B0400000000000000" charset="-128"/>
              </a:rPr>
              <a:t>操作してテストする</a:t>
            </a:r>
            <a:endParaRPr sz="1875" b="0">
              <a:solidFill>
                <a:srgbClr val="5D6470"/>
              </a:solidFill>
              <a:latin typeface="Yu Gothic" panose="020B0400000000000000" charset="-128"/>
              <a:ea typeface="Yu Gothic" panose="020B0400000000000000" charset="-128"/>
              <a:cs typeface="Yu Gothic" panose="020B0400000000000000" charset="-128"/>
            </a:endParaRPr>
          </a:p>
        </p:txBody>
      </p:sp>
      <p:sp>
        <p:nvSpPr>
          <p:cNvPr id="11" name="圓角矩形 10"/>
          <p:cNvSpPr>
            <a:spLocks noGrp="1"/>
          </p:cNvSpPr>
          <p:nvPr/>
        </p:nvSpPr>
        <p:spPr>
          <a:xfrm>
            <a:off x="685800" y="4895850"/>
            <a:ext cx="10458450" cy="952500"/>
          </a:xfrm>
          <a:prstGeom prst="roundRect">
            <a:avLst>
              <a:gd name="adj" fmla="val 8000"/>
            </a:avLst>
          </a:prstGeom>
          <a:solidFill>
            <a:srgbClr val="EAF6FC"/>
          </a:solidFill>
          <a:ln w="0">
            <a:noFill/>
            <a:prstDash val="solid"/>
          </a:ln>
        </p:spPr>
      </p:sp>
      <p:sp>
        <p:nvSpPr>
          <p:cNvPr id="12" name="矩形 11"/>
          <p:cNvSpPr>
            <a:spLocks noGrp="1"/>
          </p:cNvSpPr>
          <p:nvPr/>
        </p:nvSpPr>
        <p:spPr>
          <a:xfrm>
            <a:off x="933450" y="5162550"/>
            <a:ext cx="9963150" cy="476250"/>
          </a:xfrm>
          <a:prstGeom prst="rect">
            <a:avLst/>
          </a:prstGeom>
          <a:noFill/>
          <a:ln w="0">
            <a:noFill/>
            <a:prstDash val="solid"/>
          </a:ln>
        </p:spPr>
        <p:txBody>
          <a:bodyPr wrap="square" lIns="0" tIns="0" rIns="0" bIns="0" anchor="t">
            <a:normAutofit/>
          </a:bodyPr>
          <a:lstStyle/>
          <a:p>
            <a:pPr algn="ctr">
              <a:defRPr sz="2025" b="1">
                <a:solidFill>
                  <a:srgbClr val="111111"/>
                </a:solidFill>
                <a:latin typeface="Yu Gothic" panose="020B0400000000000000" charset="-128"/>
                <a:ea typeface="Yu Gothic" panose="020B0400000000000000" charset="-128"/>
                <a:cs typeface="Yu Gothic" panose="020B0400000000000000" charset="-128"/>
              </a:defRPr>
            </a:pPr>
            <a:r>
              <a:rPr sz="2025" b="1">
                <a:solidFill>
                  <a:srgbClr val="111111"/>
                </a:solidFill>
                <a:latin typeface="Yu Gothic" panose="020B0400000000000000" charset="-128"/>
                <a:ea typeface="Yu Gothic" panose="020B0400000000000000" charset="-128"/>
                <a:cs typeface="Yu Gothic" panose="020B0400000000000000" charset="-128"/>
              </a:rPr>
              <a:t>MCPは、AIを外部のデータやツールにつなぐ共通の仕組み。</a:t>
            </a:r>
            <a:endParaRPr sz="2025" b="1">
              <a:solidFill>
                <a:srgbClr val="111111"/>
              </a:solidFill>
              <a:latin typeface="Yu Gothic" panose="020B0400000000000000" charset="-128"/>
              <a:ea typeface="Yu Gothic" panose="020B0400000000000000" charset="-128"/>
              <a:cs typeface="Yu Gothic" panose="020B0400000000000000" charset="-128"/>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2381</Words>
  <Application>WPS Presentation</Application>
  <PresentationFormat>Converted Presentation</PresentationFormat>
  <Paragraphs>400</Paragraphs>
  <Slides>17</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17</vt:i4>
      </vt:variant>
    </vt:vector>
  </HeadingPairs>
  <TitlesOfParts>
    <vt:vector size="27" baseType="lpstr">
      <vt:lpstr>Arial</vt:lpstr>
      <vt:lpstr>新細明體</vt:lpstr>
      <vt:lpstr>Wingdings</vt:lpstr>
      <vt:lpstr>Yu Gothic</vt:lpstr>
      <vt:lpstr>Microsoft YaHei</vt:lpstr>
      <vt:lpstr>SimSun</vt:lpstr>
      <vt:lpstr>Arial Unicode MS</vt:lpstr>
      <vt:lpstr>MS PGothic</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newlin</cp:lastModifiedBy>
  <cp:revision>3</cp:revision>
  <dcterms:created xsi:type="dcterms:W3CDTF">2026-08-25T11:10:10Z</dcterms:created>
  <dcterms:modified xsi:type="dcterms:W3CDTF">2026-08-25T12:02:15Z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1028-11.8.2.8372</vt:lpwstr>
  </property>
</Properties>
</file>